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8" r:id="rId8"/>
    <p:sldId id="263" r:id="rId9"/>
    <p:sldId id="264" r:id="rId10"/>
    <p:sldId id="269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3B2ED3-3556-4232-9792-1C922F1DCB77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3CFF454-142E-4BE8-A14A-1772D936B70B}">
      <dgm:prSet/>
      <dgm:spPr/>
      <dgm:t>
        <a:bodyPr/>
        <a:lstStyle/>
        <a:p>
          <a:r>
            <a:rPr lang="sr-Latn-RS"/>
            <a:t>Prikupljanje podataka</a:t>
          </a:r>
          <a:endParaRPr lang="en-US"/>
        </a:p>
      </dgm:t>
    </dgm:pt>
    <dgm:pt modelId="{4431AF7D-A45C-4507-8482-4B1C7E9A2058}" type="parTrans" cxnId="{8C80C7A8-29B9-4C87-8707-7BDF248AE1A5}">
      <dgm:prSet/>
      <dgm:spPr/>
      <dgm:t>
        <a:bodyPr/>
        <a:lstStyle/>
        <a:p>
          <a:endParaRPr lang="en-US"/>
        </a:p>
      </dgm:t>
    </dgm:pt>
    <dgm:pt modelId="{C1C2230E-9CA5-4296-8FAC-33BB68B603A3}" type="sibTrans" cxnId="{8C80C7A8-29B9-4C87-8707-7BDF248AE1A5}">
      <dgm:prSet/>
      <dgm:spPr/>
      <dgm:t>
        <a:bodyPr/>
        <a:lstStyle/>
        <a:p>
          <a:endParaRPr lang="en-US"/>
        </a:p>
      </dgm:t>
    </dgm:pt>
    <dgm:pt modelId="{FBA7B8D7-E7A1-4DD3-A77B-AC18CAD46009}">
      <dgm:prSet/>
      <dgm:spPr/>
      <dgm:t>
        <a:bodyPr/>
        <a:lstStyle/>
        <a:p>
          <a:r>
            <a:rPr lang="sr-Latn-RS"/>
            <a:t>Pretprocesiranje podataka</a:t>
          </a:r>
          <a:endParaRPr lang="en-US"/>
        </a:p>
      </dgm:t>
    </dgm:pt>
    <dgm:pt modelId="{6417FE51-B33F-42B4-B9D0-DBA29C8C5A58}" type="parTrans" cxnId="{CF6B8531-05A2-495F-9135-D2D4EB160B80}">
      <dgm:prSet/>
      <dgm:spPr/>
      <dgm:t>
        <a:bodyPr/>
        <a:lstStyle/>
        <a:p>
          <a:endParaRPr lang="en-US"/>
        </a:p>
      </dgm:t>
    </dgm:pt>
    <dgm:pt modelId="{8309350F-258F-436E-9742-B7257B744B8F}" type="sibTrans" cxnId="{CF6B8531-05A2-495F-9135-D2D4EB160B80}">
      <dgm:prSet/>
      <dgm:spPr/>
      <dgm:t>
        <a:bodyPr/>
        <a:lstStyle/>
        <a:p>
          <a:endParaRPr lang="en-US"/>
        </a:p>
      </dgm:t>
    </dgm:pt>
    <dgm:pt modelId="{05670E32-3EE6-4F34-B221-6EC1155D7246}">
      <dgm:prSet/>
      <dgm:spPr/>
      <dgm:t>
        <a:bodyPr/>
        <a:lstStyle/>
        <a:p>
          <a:r>
            <a:rPr lang="sr-Latn-RS"/>
            <a:t>Klasifikacija i </a:t>
          </a:r>
          <a:r>
            <a:rPr lang="en-US"/>
            <a:t>evaluacija</a:t>
          </a:r>
        </a:p>
      </dgm:t>
    </dgm:pt>
    <dgm:pt modelId="{045A89F4-3E0A-4220-BD8F-1B455B7987EC}" type="parTrans" cxnId="{76A2450B-F9D5-4F88-93B5-EB06F814A3A8}">
      <dgm:prSet/>
      <dgm:spPr/>
      <dgm:t>
        <a:bodyPr/>
        <a:lstStyle/>
        <a:p>
          <a:endParaRPr lang="en-US"/>
        </a:p>
      </dgm:t>
    </dgm:pt>
    <dgm:pt modelId="{55FA13EF-47E9-4CF5-802B-5DED7F6F3491}" type="sibTrans" cxnId="{76A2450B-F9D5-4F88-93B5-EB06F814A3A8}">
      <dgm:prSet/>
      <dgm:spPr/>
      <dgm:t>
        <a:bodyPr/>
        <a:lstStyle/>
        <a:p>
          <a:endParaRPr lang="en-US"/>
        </a:p>
      </dgm:t>
    </dgm:pt>
    <dgm:pt modelId="{FDBA18B9-1A32-492A-8A6C-07BDC25E7D90}" type="pres">
      <dgm:prSet presAssocID="{E03B2ED3-3556-4232-9792-1C922F1DCB77}" presName="outerComposite" presStyleCnt="0">
        <dgm:presLayoutVars>
          <dgm:chMax val="5"/>
          <dgm:dir/>
          <dgm:resizeHandles val="exact"/>
        </dgm:presLayoutVars>
      </dgm:prSet>
      <dgm:spPr/>
    </dgm:pt>
    <dgm:pt modelId="{1F785E57-21D9-46EF-A60D-8E9A5A0A8598}" type="pres">
      <dgm:prSet presAssocID="{E03B2ED3-3556-4232-9792-1C922F1DCB77}" presName="dummyMaxCanvas" presStyleCnt="0">
        <dgm:presLayoutVars/>
      </dgm:prSet>
      <dgm:spPr/>
    </dgm:pt>
    <dgm:pt modelId="{1DAA0F3D-2A96-43B8-B503-D108A7C9959B}" type="pres">
      <dgm:prSet presAssocID="{E03B2ED3-3556-4232-9792-1C922F1DCB77}" presName="ThreeNodes_1" presStyleLbl="node1" presStyleIdx="0" presStyleCnt="3">
        <dgm:presLayoutVars>
          <dgm:bulletEnabled val="1"/>
        </dgm:presLayoutVars>
      </dgm:prSet>
      <dgm:spPr/>
    </dgm:pt>
    <dgm:pt modelId="{8C84E100-6260-478F-B69E-5872EBDC439B}" type="pres">
      <dgm:prSet presAssocID="{E03B2ED3-3556-4232-9792-1C922F1DCB77}" presName="ThreeNodes_2" presStyleLbl="node1" presStyleIdx="1" presStyleCnt="3">
        <dgm:presLayoutVars>
          <dgm:bulletEnabled val="1"/>
        </dgm:presLayoutVars>
      </dgm:prSet>
      <dgm:spPr/>
    </dgm:pt>
    <dgm:pt modelId="{E22AD5A2-0228-4BCE-8A79-5DF94EFF3B9D}" type="pres">
      <dgm:prSet presAssocID="{E03B2ED3-3556-4232-9792-1C922F1DCB77}" presName="ThreeNodes_3" presStyleLbl="node1" presStyleIdx="2" presStyleCnt="3">
        <dgm:presLayoutVars>
          <dgm:bulletEnabled val="1"/>
        </dgm:presLayoutVars>
      </dgm:prSet>
      <dgm:spPr/>
    </dgm:pt>
    <dgm:pt modelId="{7502CEA0-9989-4363-A623-B2CBAE17B374}" type="pres">
      <dgm:prSet presAssocID="{E03B2ED3-3556-4232-9792-1C922F1DCB77}" presName="ThreeConn_1-2" presStyleLbl="fgAccFollowNode1" presStyleIdx="0" presStyleCnt="2">
        <dgm:presLayoutVars>
          <dgm:bulletEnabled val="1"/>
        </dgm:presLayoutVars>
      </dgm:prSet>
      <dgm:spPr/>
    </dgm:pt>
    <dgm:pt modelId="{926A0D7A-9FEC-44A3-8D11-D009D4BAF15C}" type="pres">
      <dgm:prSet presAssocID="{E03B2ED3-3556-4232-9792-1C922F1DCB77}" presName="ThreeConn_2-3" presStyleLbl="fgAccFollowNode1" presStyleIdx="1" presStyleCnt="2">
        <dgm:presLayoutVars>
          <dgm:bulletEnabled val="1"/>
        </dgm:presLayoutVars>
      </dgm:prSet>
      <dgm:spPr/>
    </dgm:pt>
    <dgm:pt modelId="{693E7F96-2F0B-400D-9A7A-F2DFE17B9BBC}" type="pres">
      <dgm:prSet presAssocID="{E03B2ED3-3556-4232-9792-1C922F1DCB77}" presName="ThreeNodes_1_text" presStyleLbl="node1" presStyleIdx="2" presStyleCnt="3">
        <dgm:presLayoutVars>
          <dgm:bulletEnabled val="1"/>
        </dgm:presLayoutVars>
      </dgm:prSet>
      <dgm:spPr/>
    </dgm:pt>
    <dgm:pt modelId="{997187AD-018D-4AF4-AEC5-62A33EEDD22C}" type="pres">
      <dgm:prSet presAssocID="{E03B2ED3-3556-4232-9792-1C922F1DCB77}" presName="ThreeNodes_2_text" presStyleLbl="node1" presStyleIdx="2" presStyleCnt="3">
        <dgm:presLayoutVars>
          <dgm:bulletEnabled val="1"/>
        </dgm:presLayoutVars>
      </dgm:prSet>
      <dgm:spPr/>
    </dgm:pt>
    <dgm:pt modelId="{85E46C89-124D-4D63-9EC4-E07DFFF7AC07}" type="pres">
      <dgm:prSet presAssocID="{E03B2ED3-3556-4232-9792-1C922F1DCB77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76A2450B-F9D5-4F88-93B5-EB06F814A3A8}" srcId="{E03B2ED3-3556-4232-9792-1C922F1DCB77}" destId="{05670E32-3EE6-4F34-B221-6EC1155D7246}" srcOrd="2" destOrd="0" parTransId="{045A89F4-3E0A-4220-BD8F-1B455B7987EC}" sibTransId="{55FA13EF-47E9-4CF5-802B-5DED7F6F3491}"/>
    <dgm:cxn modelId="{CF6B8531-05A2-495F-9135-D2D4EB160B80}" srcId="{E03B2ED3-3556-4232-9792-1C922F1DCB77}" destId="{FBA7B8D7-E7A1-4DD3-A77B-AC18CAD46009}" srcOrd="1" destOrd="0" parTransId="{6417FE51-B33F-42B4-B9D0-DBA29C8C5A58}" sibTransId="{8309350F-258F-436E-9742-B7257B744B8F}"/>
    <dgm:cxn modelId="{08203550-EBB0-40F3-86D2-3A46C88CC8E7}" type="presOf" srcId="{23CFF454-142E-4BE8-A14A-1772D936B70B}" destId="{693E7F96-2F0B-400D-9A7A-F2DFE17B9BBC}" srcOrd="1" destOrd="0" presId="urn:microsoft.com/office/officeart/2005/8/layout/vProcess5"/>
    <dgm:cxn modelId="{B7FE4D88-8933-4B94-A173-3227224E12F3}" type="presOf" srcId="{05670E32-3EE6-4F34-B221-6EC1155D7246}" destId="{E22AD5A2-0228-4BCE-8A79-5DF94EFF3B9D}" srcOrd="0" destOrd="0" presId="urn:microsoft.com/office/officeart/2005/8/layout/vProcess5"/>
    <dgm:cxn modelId="{286A908F-6D2A-4431-BFAE-1A2E14454012}" type="presOf" srcId="{E03B2ED3-3556-4232-9792-1C922F1DCB77}" destId="{FDBA18B9-1A32-492A-8A6C-07BDC25E7D90}" srcOrd="0" destOrd="0" presId="urn:microsoft.com/office/officeart/2005/8/layout/vProcess5"/>
    <dgm:cxn modelId="{1896F0A5-7DC3-4CFD-8BAA-66BB1F7E8689}" type="presOf" srcId="{23CFF454-142E-4BE8-A14A-1772D936B70B}" destId="{1DAA0F3D-2A96-43B8-B503-D108A7C9959B}" srcOrd="0" destOrd="0" presId="urn:microsoft.com/office/officeart/2005/8/layout/vProcess5"/>
    <dgm:cxn modelId="{8C80C7A8-29B9-4C87-8707-7BDF248AE1A5}" srcId="{E03B2ED3-3556-4232-9792-1C922F1DCB77}" destId="{23CFF454-142E-4BE8-A14A-1772D936B70B}" srcOrd="0" destOrd="0" parTransId="{4431AF7D-A45C-4507-8482-4B1C7E9A2058}" sibTransId="{C1C2230E-9CA5-4296-8FAC-33BB68B603A3}"/>
    <dgm:cxn modelId="{10448EB7-C55C-4E67-81E5-C32E8258D7A3}" type="presOf" srcId="{05670E32-3EE6-4F34-B221-6EC1155D7246}" destId="{85E46C89-124D-4D63-9EC4-E07DFFF7AC07}" srcOrd="1" destOrd="0" presId="urn:microsoft.com/office/officeart/2005/8/layout/vProcess5"/>
    <dgm:cxn modelId="{A820E3C0-D94C-42A5-A013-B2C6082E3953}" type="presOf" srcId="{8309350F-258F-436E-9742-B7257B744B8F}" destId="{926A0D7A-9FEC-44A3-8D11-D009D4BAF15C}" srcOrd="0" destOrd="0" presId="urn:microsoft.com/office/officeart/2005/8/layout/vProcess5"/>
    <dgm:cxn modelId="{8C6C5ECF-9FDF-4D1E-891F-16391C996CCB}" type="presOf" srcId="{FBA7B8D7-E7A1-4DD3-A77B-AC18CAD46009}" destId="{997187AD-018D-4AF4-AEC5-62A33EEDD22C}" srcOrd="1" destOrd="0" presId="urn:microsoft.com/office/officeart/2005/8/layout/vProcess5"/>
    <dgm:cxn modelId="{C3D824D1-F678-484E-B5F1-62F9F9EBAACA}" type="presOf" srcId="{FBA7B8D7-E7A1-4DD3-A77B-AC18CAD46009}" destId="{8C84E100-6260-478F-B69E-5872EBDC439B}" srcOrd="0" destOrd="0" presId="urn:microsoft.com/office/officeart/2005/8/layout/vProcess5"/>
    <dgm:cxn modelId="{04FC8ADD-E1CB-47E8-94B6-36A101EBD097}" type="presOf" srcId="{C1C2230E-9CA5-4296-8FAC-33BB68B603A3}" destId="{7502CEA0-9989-4363-A623-B2CBAE17B374}" srcOrd="0" destOrd="0" presId="urn:microsoft.com/office/officeart/2005/8/layout/vProcess5"/>
    <dgm:cxn modelId="{4075B431-7894-4B37-84CC-B8AB484301B3}" type="presParOf" srcId="{FDBA18B9-1A32-492A-8A6C-07BDC25E7D90}" destId="{1F785E57-21D9-46EF-A60D-8E9A5A0A8598}" srcOrd="0" destOrd="0" presId="urn:microsoft.com/office/officeart/2005/8/layout/vProcess5"/>
    <dgm:cxn modelId="{6B153449-C139-478A-88E2-BFBFB3FFBCE2}" type="presParOf" srcId="{FDBA18B9-1A32-492A-8A6C-07BDC25E7D90}" destId="{1DAA0F3D-2A96-43B8-B503-D108A7C9959B}" srcOrd="1" destOrd="0" presId="urn:microsoft.com/office/officeart/2005/8/layout/vProcess5"/>
    <dgm:cxn modelId="{CC2BCA51-143C-495B-9752-212E55E4D821}" type="presParOf" srcId="{FDBA18B9-1A32-492A-8A6C-07BDC25E7D90}" destId="{8C84E100-6260-478F-B69E-5872EBDC439B}" srcOrd="2" destOrd="0" presId="urn:microsoft.com/office/officeart/2005/8/layout/vProcess5"/>
    <dgm:cxn modelId="{A8DF1F81-17FF-4807-8AB0-A5F6AB4656B7}" type="presParOf" srcId="{FDBA18B9-1A32-492A-8A6C-07BDC25E7D90}" destId="{E22AD5A2-0228-4BCE-8A79-5DF94EFF3B9D}" srcOrd="3" destOrd="0" presId="urn:microsoft.com/office/officeart/2005/8/layout/vProcess5"/>
    <dgm:cxn modelId="{AF15BC36-64F1-4102-A853-BEECDF4453A7}" type="presParOf" srcId="{FDBA18B9-1A32-492A-8A6C-07BDC25E7D90}" destId="{7502CEA0-9989-4363-A623-B2CBAE17B374}" srcOrd="4" destOrd="0" presId="urn:microsoft.com/office/officeart/2005/8/layout/vProcess5"/>
    <dgm:cxn modelId="{45A043C7-C85C-4704-A622-45270D29272D}" type="presParOf" srcId="{FDBA18B9-1A32-492A-8A6C-07BDC25E7D90}" destId="{926A0D7A-9FEC-44A3-8D11-D009D4BAF15C}" srcOrd="5" destOrd="0" presId="urn:microsoft.com/office/officeart/2005/8/layout/vProcess5"/>
    <dgm:cxn modelId="{25209B92-8302-45A0-A687-440F076B305B}" type="presParOf" srcId="{FDBA18B9-1A32-492A-8A6C-07BDC25E7D90}" destId="{693E7F96-2F0B-400D-9A7A-F2DFE17B9BBC}" srcOrd="6" destOrd="0" presId="urn:microsoft.com/office/officeart/2005/8/layout/vProcess5"/>
    <dgm:cxn modelId="{7FC00229-50D0-47F8-9E3A-1865B5AF59FB}" type="presParOf" srcId="{FDBA18B9-1A32-492A-8A6C-07BDC25E7D90}" destId="{997187AD-018D-4AF4-AEC5-62A33EEDD22C}" srcOrd="7" destOrd="0" presId="urn:microsoft.com/office/officeart/2005/8/layout/vProcess5"/>
    <dgm:cxn modelId="{6C14557B-ED06-4BF9-B24B-B4E390CCB1C0}" type="presParOf" srcId="{FDBA18B9-1A32-492A-8A6C-07BDC25E7D90}" destId="{85E46C89-124D-4D63-9EC4-E07DFFF7AC07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CC7C000-BBED-4861-8425-6B06D01164A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815A9702-F0CB-4D92-B6EB-C9133D05CC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IMDb Dataset of 50K Movie Reviews</a:t>
          </a:r>
        </a:p>
      </dgm:t>
    </dgm:pt>
    <dgm:pt modelId="{115F6AD9-CCAC-4209-933D-1104686E8026}" type="parTrans" cxnId="{6930E1CD-BB3E-4C9C-A9C7-B6626181553A}">
      <dgm:prSet/>
      <dgm:spPr/>
      <dgm:t>
        <a:bodyPr/>
        <a:lstStyle/>
        <a:p>
          <a:endParaRPr lang="en-US"/>
        </a:p>
      </dgm:t>
    </dgm:pt>
    <dgm:pt modelId="{14FC848B-4C99-498D-875B-C344368F3CEE}" type="sibTrans" cxnId="{6930E1CD-BB3E-4C9C-A9C7-B6626181553A}">
      <dgm:prSet/>
      <dgm:spPr/>
      <dgm:t>
        <a:bodyPr/>
        <a:lstStyle/>
        <a:p>
          <a:endParaRPr lang="en-US"/>
        </a:p>
      </dgm:t>
    </dgm:pt>
    <dgm:pt modelId="{E03B00CD-4148-47F2-93A5-2D5578B857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50 000 recenzija (25k pozitivnih / 25k negativnih)</a:t>
          </a:r>
        </a:p>
      </dgm:t>
    </dgm:pt>
    <dgm:pt modelId="{F1CB3B2A-0F68-46B9-8F21-7EF189725FD2}" type="parTrans" cxnId="{FA08DA11-962D-4BE2-82B1-D10856CA680A}">
      <dgm:prSet/>
      <dgm:spPr/>
      <dgm:t>
        <a:bodyPr/>
        <a:lstStyle/>
        <a:p>
          <a:endParaRPr lang="en-US"/>
        </a:p>
      </dgm:t>
    </dgm:pt>
    <dgm:pt modelId="{850467F5-F1B5-400F-B15A-DC1F4F25B961}" type="sibTrans" cxnId="{FA08DA11-962D-4BE2-82B1-D10856CA680A}">
      <dgm:prSet/>
      <dgm:spPr/>
      <dgm:t>
        <a:bodyPr/>
        <a:lstStyle/>
        <a:p>
          <a:endParaRPr lang="en-US"/>
        </a:p>
      </dgm:t>
    </dgm:pt>
    <dgm:pt modelId="{6ABA0230-C79F-4A30-92CC-13B01B149C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Balansiran skup podataka za binarnu klasifikaciju</a:t>
          </a:r>
        </a:p>
      </dgm:t>
    </dgm:pt>
    <dgm:pt modelId="{BF787616-46BB-48BF-BB83-3E8A821A2028}" type="parTrans" cxnId="{CD8504F4-BA49-4321-A7E8-620965DC3C2B}">
      <dgm:prSet/>
      <dgm:spPr/>
      <dgm:t>
        <a:bodyPr/>
        <a:lstStyle/>
        <a:p>
          <a:endParaRPr lang="en-US"/>
        </a:p>
      </dgm:t>
    </dgm:pt>
    <dgm:pt modelId="{A8B3ACB8-4819-422B-A48B-235F239326E1}" type="sibTrans" cxnId="{CD8504F4-BA49-4321-A7E8-620965DC3C2B}">
      <dgm:prSet/>
      <dgm:spPr/>
      <dgm:t>
        <a:bodyPr/>
        <a:lstStyle/>
        <a:p>
          <a:endParaRPr lang="en-US"/>
        </a:p>
      </dgm:t>
    </dgm:pt>
    <dgm:pt modelId="{621F676A-FAB9-4B48-9249-EC5FB5220D71}" type="pres">
      <dgm:prSet presAssocID="{9CC7C000-BBED-4861-8425-6B06D01164A9}" presName="root" presStyleCnt="0">
        <dgm:presLayoutVars>
          <dgm:dir/>
          <dgm:resizeHandles val="exact"/>
        </dgm:presLayoutVars>
      </dgm:prSet>
      <dgm:spPr/>
    </dgm:pt>
    <dgm:pt modelId="{46317E17-E292-4C06-BFF6-CD132ADD10CA}" type="pres">
      <dgm:prSet presAssocID="{815A9702-F0CB-4D92-B6EB-C9133D05CC13}" presName="compNode" presStyleCnt="0"/>
      <dgm:spPr/>
    </dgm:pt>
    <dgm:pt modelId="{D04DD90D-CA1A-4529-BC6A-D5AAB046A16A}" type="pres">
      <dgm:prSet presAssocID="{815A9702-F0CB-4D92-B6EB-C9133D05CC1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232DF7C1-6B64-4995-A4A8-F7C3B311E5EE}" type="pres">
      <dgm:prSet presAssocID="{815A9702-F0CB-4D92-B6EB-C9133D05CC13}" presName="spaceRect" presStyleCnt="0"/>
      <dgm:spPr/>
    </dgm:pt>
    <dgm:pt modelId="{4B3B7EF7-4D80-4390-B427-B1B6036F6CA0}" type="pres">
      <dgm:prSet presAssocID="{815A9702-F0CB-4D92-B6EB-C9133D05CC13}" presName="textRect" presStyleLbl="revTx" presStyleIdx="0" presStyleCnt="3">
        <dgm:presLayoutVars>
          <dgm:chMax val="1"/>
          <dgm:chPref val="1"/>
        </dgm:presLayoutVars>
      </dgm:prSet>
      <dgm:spPr/>
    </dgm:pt>
    <dgm:pt modelId="{EB811ED0-C188-44BC-97CB-E4CD0CFE035B}" type="pres">
      <dgm:prSet presAssocID="{14FC848B-4C99-498D-875B-C344368F3CEE}" presName="sibTrans" presStyleCnt="0"/>
      <dgm:spPr/>
    </dgm:pt>
    <dgm:pt modelId="{622E7F9F-D5B7-49A0-BB77-75AC314AEFD1}" type="pres">
      <dgm:prSet presAssocID="{E03B00CD-4148-47F2-93A5-2D5578B85735}" presName="compNode" presStyleCnt="0"/>
      <dgm:spPr/>
    </dgm:pt>
    <dgm:pt modelId="{D3A5BF32-45C2-4EE7-B976-4862C74253AC}" type="pres">
      <dgm:prSet presAssocID="{E03B00CD-4148-47F2-93A5-2D5578B8573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A922FA1F-D147-49F3-92C2-2BD26DA7CD27}" type="pres">
      <dgm:prSet presAssocID="{E03B00CD-4148-47F2-93A5-2D5578B85735}" presName="spaceRect" presStyleCnt="0"/>
      <dgm:spPr/>
    </dgm:pt>
    <dgm:pt modelId="{C82490AC-7E9D-4EFD-9BA7-F76FCB551996}" type="pres">
      <dgm:prSet presAssocID="{E03B00CD-4148-47F2-93A5-2D5578B85735}" presName="textRect" presStyleLbl="revTx" presStyleIdx="1" presStyleCnt="3">
        <dgm:presLayoutVars>
          <dgm:chMax val="1"/>
          <dgm:chPref val="1"/>
        </dgm:presLayoutVars>
      </dgm:prSet>
      <dgm:spPr/>
    </dgm:pt>
    <dgm:pt modelId="{5D5A2B5C-7D55-4649-A2A0-9D7247EF4DB9}" type="pres">
      <dgm:prSet presAssocID="{850467F5-F1B5-400F-B15A-DC1F4F25B961}" presName="sibTrans" presStyleCnt="0"/>
      <dgm:spPr/>
    </dgm:pt>
    <dgm:pt modelId="{3759B0DE-3926-4AEF-95DC-F7DA0E8A78AD}" type="pres">
      <dgm:prSet presAssocID="{6ABA0230-C79F-4A30-92CC-13B01B149CB5}" presName="compNode" presStyleCnt="0"/>
      <dgm:spPr/>
    </dgm:pt>
    <dgm:pt modelId="{ABBAD468-C031-4B82-BD71-10AE44F66445}" type="pres">
      <dgm:prSet presAssocID="{6ABA0230-C79F-4A30-92CC-13B01B149CB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746F5D6-973A-4B9F-B845-95EA1DE1CBB2}" type="pres">
      <dgm:prSet presAssocID="{6ABA0230-C79F-4A30-92CC-13B01B149CB5}" presName="spaceRect" presStyleCnt="0"/>
      <dgm:spPr/>
    </dgm:pt>
    <dgm:pt modelId="{6F571384-8AEB-47CC-875B-6666329F3459}" type="pres">
      <dgm:prSet presAssocID="{6ABA0230-C79F-4A30-92CC-13B01B149CB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A08DA11-962D-4BE2-82B1-D10856CA680A}" srcId="{9CC7C000-BBED-4861-8425-6B06D01164A9}" destId="{E03B00CD-4148-47F2-93A5-2D5578B85735}" srcOrd="1" destOrd="0" parTransId="{F1CB3B2A-0F68-46B9-8F21-7EF189725FD2}" sibTransId="{850467F5-F1B5-400F-B15A-DC1F4F25B961}"/>
    <dgm:cxn modelId="{57A43641-B8BF-4E70-8DF5-EC73745207CA}" type="presOf" srcId="{815A9702-F0CB-4D92-B6EB-C9133D05CC13}" destId="{4B3B7EF7-4D80-4390-B427-B1B6036F6CA0}" srcOrd="0" destOrd="0" presId="urn:microsoft.com/office/officeart/2018/2/layout/IconLabelList"/>
    <dgm:cxn modelId="{AF4B9747-4C82-4C8B-9D25-426B2E26C669}" type="presOf" srcId="{E03B00CD-4148-47F2-93A5-2D5578B85735}" destId="{C82490AC-7E9D-4EFD-9BA7-F76FCB551996}" srcOrd="0" destOrd="0" presId="urn:microsoft.com/office/officeart/2018/2/layout/IconLabelList"/>
    <dgm:cxn modelId="{F7CA007F-9631-40EA-9B9D-690E05D29448}" type="presOf" srcId="{6ABA0230-C79F-4A30-92CC-13B01B149CB5}" destId="{6F571384-8AEB-47CC-875B-6666329F3459}" srcOrd="0" destOrd="0" presId="urn:microsoft.com/office/officeart/2018/2/layout/IconLabelList"/>
    <dgm:cxn modelId="{3A5429AF-CE11-463C-A663-7A0FCFD1F873}" type="presOf" srcId="{9CC7C000-BBED-4861-8425-6B06D01164A9}" destId="{621F676A-FAB9-4B48-9249-EC5FB5220D71}" srcOrd="0" destOrd="0" presId="urn:microsoft.com/office/officeart/2018/2/layout/IconLabelList"/>
    <dgm:cxn modelId="{6930E1CD-BB3E-4C9C-A9C7-B6626181553A}" srcId="{9CC7C000-BBED-4861-8425-6B06D01164A9}" destId="{815A9702-F0CB-4D92-B6EB-C9133D05CC13}" srcOrd="0" destOrd="0" parTransId="{115F6AD9-CCAC-4209-933D-1104686E8026}" sibTransId="{14FC848B-4C99-498D-875B-C344368F3CEE}"/>
    <dgm:cxn modelId="{CD8504F4-BA49-4321-A7E8-620965DC3C2B}" srcId="{9CC7C000-BBED-4861-8425-6B06D01164A9}" destId="{6ABA0230-C79F-4A30-92CC-13B01B149CB5}" srcOrd="2" destOrd="0" parTransId="{BF787616-46BB-48BF-BB83-3E8A821A2028}" sibTransId="{A8B3ACB8-4819-422B-A48B-235F239326E1}"/>
    <dgm:cxn modelId="{2B91C8D9-B086-43B7-9741-437DD6152D29}" type="presParOf" srcId="{621F676A-FAB9-4B48-9249-EC5FB5220D71}" destId="{46317E17-E292-4C06-BFF6-CD132ADD10CA}" srcOrd="0" destOrd="0" presId="urn:microsoft.com/office/officeart/2018/2/layout/IconLabelList"/>
    <dgm:cxn modelId="{CBF15B27-55C0-4FCA-ADB3-965160F9C66E}" type="presParOf" srcId="{46317E17-E292-4C06-BFF6-CD132ADD10CA}" destId="{D04DD90D-CA1A-4529-BC6A-D5AAB046A16A}" srcOrd="0" destOrd="0" presId="urn:microsoft.com/office/officeart/2018/2/layout/IconLabelList"/>
    <dgm:cxn modelId="{7700782F-16CF-42E4-81C3-5EADBDDA18CD}" type="presParOf" srcId="{46317E17-E292-4C06-BFF6-CD132ADD10CA}" destId="{232DF7C1-6B64-4995-A4A8-F7C3B311E5EE}" srcOrd="1" destOrd="0" presId="urn:microsoft.com/office/officeart/2018/2/layout/IconLabelList"/>
    <dgm:cxn modelId="{1D5E7199-5C35-48F2-B67E-23A9E6518E26}" type="presParOf" srcId="{46317E17-E292-4C06-BFF6-CD132ADD10CA}" destId="{4B3B7EF7-4D80-4390-B427-B1B6036F6CA0}" srcOrd="2" destOrd="0" presId="urn:microsoft.com/office/officeart/2018/2/layout/IconLabelList"/>
    <dgm:cxn modelId="{32E876FE-C87B-4C4A-AE46-1BA470668753}" type="presParOf" srcId="{621F676A-FAB9-4B48-9249-EC5FB5220D71}" destId="{EB811ED0-C188-44BC-97CB-E4CD0CFE035B}" srcOrd="1" destOrd="0" presId="urn:microsoft.com/office/officeart/2018/2/layout/IconLabelList"/>
    <dgm:cxn modelId="{61792409-0527-4412-8466-DD63EBF392B1}" type="presParOf" srcId="{621F676A-FAB9-4B48-9249-EC5FB5220D71}" destId="{622E7F9F-D5B7-49A0-BB77-75AC314AEFD1}" srcOrd="2" destOrd="0" presId="urn:microsoft.com/office/officeart/2018/2/layout/IconLabelList"/>
    <dgm:cxn modelId="{51D9E5E3-D1BF-4B20-BA7A-581C1BABA7ED}" type="presParOf" srcId="{622E7F9F-D5B7-49A0-BB77-75AC314AEFD1}" destId="{D3A5BF32-45C2-4EE7-B976-4862C74253AC}" srcOrd="0" destOrd="0" presId="urn:microsoft.com/office/officeart/2018/2/layout/IconLabelList"/>
    <dgm:cxn modelId="{4FEA4B15-A903-4345-BE84-F56828F85EEF}" type="presParOf" srcId="{622E7F9F-D5B7-49A0-BB77-75AC314AEFD1}" destId="{A922FA1F-D147-49F3-92C2-2BD26DA7CD27}" srcOrd="1" destOrd="0" presId="urn:microsoft.com/office/officeart/2018/2/layout/IconLabelList"/>
    <dgm:cxn modelId="{C5B4E0E8-3B04-411E-B682-4BB150869F7D}" type="presParOf" srcId="{622E7F9F-D5B7-49A0-BB77-75AC314AEFD1}" destId="{C82490AC-7E9D-4EFD-9BA7-F76FCB551996}" srcOrd="2" destOrd="0" presId="urn:microsoft.com/office/officeart/2018/2/layout/IconLabelList"/>
    <dgm:cxn modelId="{70C5471E-1265-41CF-9490-0FAC38DA864A}" type="presParOf" srcId="{621F676A-FAB9-4B48-9249-EC5FB5220D71}" destId="{5D5A2B5C-7D55-4649-A2A0-9D7247EF4DB9}" srcOrd="3" destOrd="0" presId="urn:microsoft.com/office/officeart/2018/2/layout/IconLabelList"/>
    <dgm:cxn modelId="{22759DD6-C07F-475F-8787-2E72078E27E0}" type="presParOf" srcId="{621F676A-FAB9-4B48-9249-EC5FB5220D71}" destId="{3759B0DE-3926-4AEF-95DC-F7DA0E8A78AD}" srcOrd="4" destOrd="0" presId="urn:microsoft.com/office/officeart/2018/2/layout/IconLabelList"/>
    <dgm:cxn modelId="{E3B83AFD-17F1-4D87-A655-DB3DFE161370}" type="presParOf" srcId="{3759B0DE-3926-4AEF-95DC-F7DA0E8A78AD}" destId="{ABBAD468-C031-4B82-BD71-10AE44F66445}" srcOrd="0" destOrd="0" presId="urn:microsoft.com/office/officeart/2018/2/layout/IconLabelList"/>
    <dgm:cxn modelId="{26CBDB5D-4EE0-4781-97FB-22439A029807}" type="presParOf" srcId="{3759B0DE-3926-4AEF-95DC-F7DA0E8A78AD}" destId="{5746F5D6-973A-4B9F-B845-95EA1DE1CBB2}" srcOrd="1" destOrd="0" presId="urn:microsoft.com/office/officeart/2018/2/layout/IconLabelList"/>
    <dgm:cxn modelId="{F3753B68-5974-49E6-BA83-C3F5ECFDE772}" type="presParOf" srcId="{3759B0DE-3926-4AEF-95DC-F7DA0E8A78AD}" destId="{6F571384-8AEB-47CC-875B-6666329F345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E46D07-750F-4D4B-9C4C-B26C92B54EB6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7321A14-AA18-42EB-A8DE-FE86F45AA3CC}">
      <dgm:prSet/>
      <dgm:spPr/>
      <dgm:t>
        <a:bodyPr/>
        <a:lstStyle/>
        <a:p>
          <a:r>
            <a:rPr lang="en-US"/>
            <a:t>Uklanjanje HTML tagova i šuma</a:t>
          </a:r>
        </a:p>
      </dgm:t>
    </dgm:pt>
    <dgm:pt modelId="{29DCFEB7-FE99-4E2F-9195-63548C3DA391}" type="parTrans" cxnId="{09780AA3-EF9C-424E-8C6C-535702909C91}">
      <dgm:prSet/>
      <dgm:spPr/>
      <dgm:t>
        <a:bodyPr/>
        <a:lstStyle/>
        <a:p>
          <a:endParaRPr lang="en-US"/>
        </a:p>
      </dgm:t>
    </dgm:pt>
    <dgm:pt modelId="{F86D2A03-FA53-4012-AA28-F5321344C707}" type="sibTrans" cxnId="{09780AA3-EF9C-424E-8C6C-535702909C91}">
      <dgm:prSet/>
      <dgm:spPr/>
      <dgm:t>
        <a:bodyPr/>
        <a:lstStyle/>
        <a:p>
          <a:endParaRPr lang="en-US"/>
        </a:p>
      </dgm:t>
    </dgm:pt>
    <dgm:pt modelId="{B81094F7-0D12-46AF-96DD-C6E2DD78E861}">
      <dgm:prSet/>
      <dgm:spPr/>
      <dgm:t>
        <a:bodyPr/>
        <a:lstStyle/>
        <a:p>
          <a:r>
            <a:rPr lang="en-US"/>
            <a:t>Tokenizacija i normalizacija teksta</a:t>
          </a:r>
        </a:p>
      </dgm:t>
    </dgm:pt>
    <dgm:pt modelId="{B0D132E6-1C07-4404-A18A-FDEF79907635}" type="parTrans" cxnId="{5DE61E44-5977-4DB0-9D52-F48F8F2A6C54}">
      <dgm:prSet/>
      <dgm:spPr/>
      <dgm:t>
        <a:bodyPr/>
        <a:lstStyle/>
        <a:p>
          <a:endParaRPr lang="en-US"/>
        </a:p>
      </dgm:t>
    </dgm:pt>
    <dgm:pt modelId="{BFBEDA96-B830-4A63-BB7C-63EC1698D196}" type="sibTrans" cxnId="{5DE61E44-5977-4DB0-9D52-F48F8F2A6C54}">
      <dgm:prSet/>
      <dgm:spPr/>
      <dgm:t>
        <a:bodyPr/>
        <a:lstStyle/>
        <a:p>
          <a:endParaRPr lang="en-US"/>
        </a:p>
      </dgm:t>
    </dgm:pt>
    <dgm:pt modelId="{5ABCE126-8E77-46DB-AC8D-6A152536BB34}">
      <dgm:prSet/>
      <dgm:spPr/>
      <dgm:t>
        <a:bodyPr/>
        <a:lstStyle/>
        <a:p>
          <a:r>
            <a:rPr lang="en-US"/>
            <a:t>Uklanjanje stop-reči</a:t>
          </a:r>
        </a:p>
      </dgm:t>
    </dgm:pt>
    <dgm:pt modelId="{F8C1C86D-23FC-4800-A9EE-83003E915BE4}" type="parTrans" cxnId="{DD4598CD-9B2B-4034-911F-7035B72D4B1B}">
      <dgm:prSet/>
      <dgm:spPr/>
      <dgm:t>
        <a:bodyPr/>
        <a:lstStyle/>
        <a:p>
          <a:endParaRPr lang="en-US"/>
        </a:p>
      </dgm:t>
    </dgm:pt>
    <dgm:pt modelId="{F8121D1D-E87E-4397-ACFD-14286B369DDE}" type="sibTrans" cxnId="{DD4598CD-9B2B-4034-911F-7035B72D4B1B}">
      <dgm:prSet/>
      <dgm:spPr/>
      <dgm:t>
        <a:bodyPr/>
        <a:lstStyle/>
        <a:p>
          <a:endParaRPr lang="en-US"/>
        </a:p>
      </dgm:t>
    </dgm:pt>
    <dgm:pt modelId="{D1802CF7-7A35-4564-9E92-3A7933F8D44F}" type="pres">
      <dgm:prSet presAssocID="{B8E46D07-750F-4D4B-9C4C-B26C92B54EB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84D5A1C-0D0C-400D-8106-282CE6E20D6C}" type="pres">
      <dgm:prSet presAssocID="{D7321A14-AA18-42EB-A8DE-FE86F45AA3CC}" presName="hierRoot1" presStyleCnt="0"/>
      <dgm:spPr/>
    </dgm:pt>
    <dgm:pt modelId="{F3FEBF44-C3DA-4576-A4B0-CE53951E546D}" type="pres">
      <dgm:prSet presAssocID="{D7321A14-AA18-42EB-A8DE-FE86F45AA3CC}" presName="composite" presStyleCnt="0"/>
      <dgm:spPr/>
    </dgm:pt>
    <dgm:pt modelId="{5205EE25-864C-4BC8-9B72-6859E3535211}" type="pres">
      <dgm:prSet presAssocID="{D7321A14-AA18-42EB-A8DE-FE86F45AA3CC}" presName="background" presStyleLbl="node0" presStyleIdx="0" presStyleCnt="3"/>
      <dgm:spPr/>
    </dgm:pt>
    <dgm:pt modelId="{BC6B560C-C61F-49CF-91CD-239B22051AD8}" type="pres">
      <dgm:prSet presAssocID="{D7321A14-AA18-42EB-A8DE-FE86F45AA3CC}" presName="text" presStyleLbl="fgAcc0" presStyleIdx="0" presStyleCnt="3">
        <dgm:presLayoutVars>
          <dgm:chPref val="3"/>
        </dgm:presLayoutVars>
      </dgm:prSet>
      <dgm:spPr/>
    </dgm:pt>
    <dgm:pt modelId="{7C750984-471A-44B1-9000-8ABF4BD436D2}" type="pres">
      <dgm:prSet presAssocID="{D7321A14-AA18-42EB-A8DE-FE86F45AA3CC}" presName="hierChild2" presStyleCnt="0"/>
      <dgm:spPr/>
    </dgm:pt>
    <dgm:pt modelId="{B34282D6-8E26-4298-B500-C69BF299EA0C}" type="pres">
      <dgm:prSet presAssocID="{B81094F7-0D12-46AF-96DD-C6E2DD78E861}" presName="hierRoot1" presStyleCnt="0"/>
      <dgm:spPr/>
    </dgm:pt>
    <dgm:pt modelId="{250D89D0-76CF-4085-B073-EF5BCDED303E}" type="pres">
      <dgm:prSet presAssocID="{B81094F7-0D12-46AF-96DD-C6E2DD78E861}" presName="composite" presStyleCnt="0"/>
      <dgm:spPr/>
    </dgm:pt>
    <dgm:pt modelId="{17D7D1C5-CC7B-4DEA-87C2-F66791C0C07B}" type="pres">
      <dgm:prSet presAssocID="{B81094F7-0D12-46AF-96DD-C6E2DD78E861}" presName="background" presStyleLbl="node0" presStyleIdx="1" presStyleCnt="3"/>
      <dgm:spPr/>
    </dgm:pt>
    <dgm:pt modelId="{043A148B-3B76-4B9C-B580-752C166A74BB}" type="pres">
      <dgm:prSet presAssocID="{B81094F7-0D12-46AF-96DD-C6E2DD78E861}" presName="text" presStyleLbl="fgAcc0" presStyleIdx="1" presStyleCnt="3">
        <dgm:presLayoutVars>
          <dgm:chPref val="3"/>
        </dgm:presLayoutVars>
      </dgm:prSet>
      <dgm:spPr/>
    </dgm:pt>
    <dgm:pt modelId="{D4BD90F0-1FF5-4AFD-BA7B-089635E70B69}" type="pres">
      <dgm:prSet presAssocID="{B81094F7-0D12-46AF-96DD-C6E2DD78E861}" presName="hierChild2" presStyleCnt="0"/>
      <dgm:spPr/>
    </dgm:pt>
    <dgm:pt modelId="{8289989F-D006-4E5C-9C34-7BC259A05323}" type="pres">
      <dgm:prSet presAssocID="{5ABCE126-8E77-46DB-AC8D-6A152536BB34}" presName="hierRoot1" presStyleCnt="0"/>
      <dgm:spPr/>
    </dgm:pt>
    <dgm:pt modelId="{7EC156C2-A698-44F6-8524-E5403368FE7E}" type="pres">
      <dgm:prSet presAssocID="{5ABCE126-8E77-46DB-AC8D-6A152536BB34}" presName="composite" presStyleCnt="0"/>
      <dgm:spPr/>
    </dgm:pt>
    <dgm:pt modelId="{0D035924-2843-4D90-B834-EE36B99C05D2}" type="pres">
      <dgm:prSet presAssocID="{5ABCE126-8E77-46DB-AC8D-6A152536BB34}" presName="background" presStyleLbl="node0" presStyleIdx="2" presStyleCnt="3"/>
      <dgm:spPr/>
    </dgm:pt>
    <dgm:pt modelId="{1695CA23-E177-4381-AB45-3B2B61B73137}" type="pres">
      <dgm:prSet presAssocID="{5ABCE126-8E77-46DB-AC8D-6A152536BB34}" presName="text" presStyleLbl="fgAcc0" presStyleIdx="2" presStyleCnt="3">
        <dgm:presLayoutVars>
          <dgm:chPref val="3"/>
        </dgm:presLayoutVars>
      </dgm:prSet>
      <dgm:spPr/>
    </dgm:pt>
    <dgm:pt modelId="{F5699336-2D86-4461-BA17-9749B8673AA0}" type="pres">
      <dgm:prSet presAssocID="{5ABCE126-8E77-46DB-AC8D-6A152536BB34}" presName="hierChild2" presStyleCnt="0"/>
      <dgm:spPr/>
    </dgm:pt>
  </dgm:ptLst>
  <dgm:cxnLst>
    <dgm:cxn modelId="{46542F28-A457-487A-852A-56F2299C4908}" type="presOf" srcId="{D7321A14-AA18-42EB-A8DE-FE86F45AA3CC}" destId="{BC6B560C-C61F-49CF-91CD-239B22051AD8}" srcOrd="0" destOrd="0" presId="urn:microsoft.com/office/officeart/2005/8/layout/hierarchy1"/>
    <dgm:cxn modelId="{64F97C39-BD65-4633-BBD3-32CAD992B0B7}" type="presOf" srcId="{B8E46D07-750F-4D4B-9C4C-B26C92B54EB6}" destId="{D1802CF7-7A35-4564-9E92-3A7933F8D44F}" srcOrd="0" destOrd="0" presId="urn:microsoft.com/office/officeart/2005/8/layout/hierarchy1"/>
    <dgm:cxn modelId="{6B3C203C-3491-4D06-A80A-440C388B6CD6}" type="presOf" srcId="{5ABCE126-8E77-46DB-AC8D-6A152536BB34}" destId="{1695CA23-E177-4381-AB45-3B2B61B73137}" srcOrd="0" destOrd="0" presId="urn:microsoft.com/office/officeart/2005/8/layout/hierarchy1"/>
    <dgm:cxn modelId="{5DE61E44-5977-4DB0-9D52-F48F8F2A6C54}" srcId="{B8E46D07-750F-4D4B-9C4C-B26C92B54EB6}" destId="{B81094F7-0D12-46AF-96DD-C6E2DD78E861}" srcOrd="1" destOrd="0" parTransId="{B0D132E6-1C07-4404-A18A-FDEF79907635}" sibTransId="{BFBEDA96-B830-4A63-BB7C-63EC1698D196}"/>
    <dgm:cxn modelId="{4FB71A89-61CA-4994-A304-9041D2F858C9}" type="presOf" srcId="{B81094F7-0D12-46AF-96DD-C6E2DD78E861}" destId="{043A148B-3B76-4B9C-B580-752C166A74BB}" srcOrd="0" destOrd="0" presId="urn:microsoft.com/office/officeart/2005/8/layout/hierarchy1"/>
    <dgm:cxn modelId="{09780AA3-EF9C-424E-8C6C-535702909C91}" srcId="{B8E46D07-750F-4D4B-9C4C-B26C92B54EB6}" destId="{D7321A14-AA18-42EB-A8DE-FE86F45AA3CC}" srcOrd="0" destOrd="0" parTransId="{29DCFEB7-FE99-4E2F-9195-63548C3DA391}" sibTransId="{F86D2A03-FA53-4012-AA28-F5321344C707}"/>
    <dgm:cxn modelId="{DD4598CD-9B2B-4034-911F-7035B72D4B1B}" srcId="{B8E46D07-750F-4D4B-9C4C-B26C92B54EB6}" destId="{5ABCE126-8E77-46DB-AC8D-6A152536BB34}" srcOrd="2" destOrd="0" parTransId="{F8C1C86D-23FC-4800-A9EE-83003E915BE4}" sibTransId="{F8121D1D-E87E-4397-ACFD-14286B369DDE}"/>
    <dgm:cxn modelId="{AAC2C00E-C973-494A-A491-C86359F61935}" type="presParOf" srcId="{D1802CF7-7A35-4564-9E92-3A7933F8D44F}" destId="{084D5A1C-0D0C-400D-8106-282CE6E20D6C}" srcOrd="0" destOrd="0" presId="urn:microsoft.com/office/officeart/2005/8/layout/hierarchy1"/>
    <dgm:cxn modelId="{D41DFE35-D73E-4133-806E-44012E59FF65}" type="presParOf" srcId="{084D5A1C-0D0C-400D-8106-282CE6E20D6C}" destId="{F3FEBF44-C3DA-4576-A4B0-CE53951E546D}" srcOrd="0" destOrd="0" presId="urn:microsoft.com/office/officeart/2005/8/layout/hierarchy1"/>
    <dgm:cxn modelId="{CFF8882C-9F30-44C4-AEF5-67CF334F2721}" type="presParOf" srcId="{F3FEBF44-C3DA-4576-A4B0-CE53951E546D}" destId="{5205EE25-864C-4BC8-9B72-6859E3535211}" srcOrd="0" destOrd="0" presId="urn:microsoft.com/office/officeart/2005/8/layout/hierarchy1"/>
    <dgm:cxn modelId="{4D3E4F4D-9550-406F-A2AD-15F21F9AF16C}" type="presParOf" srcId="{F3FEBF44-C3DA-4576-A4B0-CE53951E546D}" destId="{BC6B560C-C61F-49CF-91CD-239B22051AD8}" srcOrd="1" destOrd="0" presId="urn:microsoft.com/office/officeart/2005/8/layout/hierarchy1"/>
    <dgm:cxn modelId="{968EDDE7-DA44-43FA-966D-FF5CC521AE91}" type="presParOf" srcId="{084D5A1C-0D0C-400D-8106-282CE6E20D6C}" destId="{7C750984-471A-44B1-9000-8ABF4BD436D2}" srcOrd="1" destOrd="0" presId="urn:microsoft.com/office/officeart/2005/8/layout/hierarchy1"/>
    <dgm:cxn modelId="{17140E79-8C19-4148-A042-01CA82BF3EEF}" type="presParOf" srcId="{D1802CF7-7A35-4564-9E92-3A7933F8D44F}" destId="{B34282D6-8E26-4298-B500-C69BF299EA0C}" srcOrd="1" destOrd="0" presId="urn:microsoft.com/office/officeart/2005/8/layout/hierarchy1"/>
    <dgm:cxn modelId="{90F521D7-B9FF-417D-A45E-40CA82459A31}" type="presParOf" srcId="{B34282D6-8E26-4298-B500-C69BF299EA0C}" destId="{250D89D0-76CF-4085-B073-EF5BCDED303E}" srcOrd="0" destOrd="0" presId="urn:microsoft.com/office/officeart/2005/8/layout/hierarchy1"/>
    <dgm:cxn modelId="{B57B4855-A9E8-4F48-8B3C-9CD0E7B5FA4B}" type="presParOf" srcId="{250D89D0-76CF-4085-B073-EF5BCDED303E}" destId="{17D7D1C5-CC7B-4DEA-87C2-F66791C0C07B}" srcOrd="0" destOrd="0" presId="urn:microsoft.com/office/officeart/2005/8/layout/hierarchy1"/>
    <dgm:cxn modelId="{B7C94723-28AA-4D1B-9499-66982F1EE9F6}" type="presParOf" srcId="{250D89D0-76CF-4085-B073-EF5BCDED303E}" destId="{043A148B-3B76-4B9C-B580-752C166A74BB}" srcOrd="1" destOrd="0" presId="urn:microsoft.com/office/officeart/2005/8/layout/hierarchy1"/>
    <dgm:cxn modelId="{028C05B7-D15F-48D7-AB22-562BD23E32DB}" type="presParOf" srcId="{B34282D6-8E26-4298-B500-C69BF299EA0C}" destId="{D4BD90F0-1FF5-4AFD-BA7B-089635E70B69}" srcOrd="1" destOrd="0" presId="urn:microsoft.com/office/officeart/2005/8/layout/hierarchy1"/>
    <dgm:cxn modelId="{3B675C04-80DD-49DC-9636-F2113D619502}" type="presParOf" srcId="{D1802CF7-7A35-4564-9E92-3A7933F8D44F}" destId="{8289989F-D006-4E5C-9C34-7BC259A05323}" srcOrd="2" destOrd="0" presId="urn:microsoft.com/office/officeart/2005/8/layout/hierarchy1"/>
    <dgm:cxn modelId="{F742996E-B948-4E8E-91B9-128107890525}" type="presParOf" srcId="{8289989F-D006-4E5C-9C34-7BC259A05323}" destId="{7EC156C2-A698-44F6-8524-E5403368FE7E}" srcOrd="0" destOrd="0" presId="urn:microsoft.com/office/officeart/2005/8/layout/hierarchy1"/>
    <dgm:cxn modelId="{5C04357E-C05A-46D8-BB09-86822DA0D1BF}" type="presParOf" srcId="{7EC156C2-A698-44F6-8524-E5403368FE7E}" destId="{0D035924-2843-4D90-B834-EE36B99C05D2}" srcOrd="0" destOrd="0" presId="urn:microsoft.com/office/officeart/2005/8/layout/hierarchy1"/>
    <dgm:cxn modelId="{74A96A14-F12F-49DE-B052-55C23C3BAFE4}" type="presParOf" srcId="{7EC156C2-A698-44F6-8524-E5403368FE7E}" destId="{1695CA23-E177-4381-AB45-3B2B61B73137}" srcOrd="1" destOrd="0" presId="urn:microsoft.com/office/officeart/2005/8/layout/hierarchy1"/>
    <dgm:cxn modelId="{7DA667C6-BE72-43DD-AAD2-4991CBD2CB1D}" type="presParOf" srcId="{8289989F-D006-4E5C-9C34-7BC259A05323}" destId="{F5699336-2D86-4461-BA17-9749B8673AA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C29D9AC-D0B3-48D8-8BC7-000A28F51363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11CCF0-2A36-4723-8335-491C41EDC63F}">
      <dgm:prSet/>
      <dgm:spPr/>
      <dgm:t>
        <a:bodyPr/>
        <a:lstStyle/>
        <a:p>
          <a:r>
            <a:rPr lang="en-US"/>
            <a:t>Rekurentna neuronska mreža sa mehanizmom memorije</a:t>
          </a:r>
        </a:p>
      </dgm:t>
    </dgm:pt>
    <dgm:pt modelId="{6A07F1C1-B6C5-4876-A703-3B112905485B}" type="parTrans" cxnId="{564B8298-758F-4BD2-9415-58B5CBF454F3}">
      <dgm:prSet/>
      <dgm:spPr/>
      <dgm:t>
        <a:bodyPr/>
        <a:lstStyle/>
        <a:p>
          <a:endParaRPr lang="en-US"/>
        </a:p>
      </dgm:t>
    </dgm:pt>
    <dgm:pt modelId="{492F25B5-E7B8-4639-AD93-CB6DAE21EF5D}" type="sibTrans" cxnId="{564B8298-758F-4BD2-9415-58B5CBF454F3}">
      <dgm:prSet/>
      <dgm:spPr/>
      <dgm:t>
        <a:bodyPr/>
        <a:lstStyle/>
        <a:p>
          <a:endParaRPr lang="en-US"/>
        </a:p>
      </dgm:t>
    </dgm:pt>
    <dgm:pt modelId="{4CC54EF2-04D9-45FC-B02B-884CFB5D3C9B}">
      <dgm:prSet/>
      <dgm:spPr/>
      <dgm:t>
        <a:bodyPr/>
        <a:lstStyle/>
        <a:p>
          <a:r>
            <a:rPr lang="sr-Latn-RS"/>
            <a:t>LSTM uvodi ćelijsko stanje ct koje omogućava dugoročno pamćenje informacija, dok se protok informacija kontroliše pomoću gate mehanizama. LSTM koristi sledeće gate-ove: </a:t>
          </a:r>
          <a:endParaRPr lang="en-US"/>
        </a:p>
      </dgm:t>
    </dgm:pt>
    <dgm:pt modelId="{918C4CB9-A3DF-41AA-8308-4D35495C54CF}" type="parTrans" cxnId="{19422F4C-E0D7-4638-B673-9F1AAEF37CEC}">
      <dgm:prSet/>
      <dgm:spPr/>
      <dgm:t>
        <a:bodyPr/>
        <a:lstStyle/>
        <a:p>
          <a:endParaRPr lang="en-US"/>
        </a:p>
      </dgm:t>
    </dgm:pt>
    <dgm:pt modelId="{174493A4-E658-48DB-929A-CCB0E6D7E075}" type="sibTrans" cxnId="{19422F4C-E0D7-4638-B673-9F1AAEF37CEC}">
      <dgm:prSet/>
      <dgm:spPr/>
      <dgm:t>
        <a:bodyPr/>
        <a:lstStyle/>
        <a:p>
          <a:endParaRPr lang="en-US"/>
        </a:p>
      </dgm:t>
    </dgm:pt>
    <dgm:pt modelId="{D24556A4-89A6-435F-B38E-2642FA769A0D}">
      <dgm:prSet/>
      <dgm:spPr/>
      <dgm:t>
        <a:bodyPr/>
        <a:lstStyle/>
        <a:p>
          <a:r>
            <a:rPr lang="sr-Latn-RS"/>
            <a:t>• Forget gate  </a:t>
          </a:r>
          <a:endParaRPr lang="en-US"/>
        </a:p>
      </dgm:t>
    </dgm:pt>
    <dgm:pt modelId="{856F7729-7417-439B-81FB-05D4E0C91BD4}" type="parTrans" cxnId="{39F8D14A-46C4-428E-AFE7-8A7BFBFB9765}">
      <dgm:prSet/>
      <dgm:spPr/>
      <dgm:t>
        <a:bodyPr/>
        <a:lstStyle/>
        <a:p>
          <a:endParaRPr lang="en-US"/>
        </a:p>
      </dgm:t>
    </dgm:pt>
    <dgm:pt modelId="{1C6D041C-2C8A-4018-9511-21B1FB4656E4}" type="sibTrans" cxnId="{39F8D14A-46C4-428E-AFE7-8A7BFBFB9765}">
      <dgm:prSet/>
      <dgm:spPr/>
      <dgm:t>
        <a:bodyPr/>
        <a:lstStyle/>
        <a:p>
          <a:endParaRPr lang="en-US"/>
        </a:p>
      </dgm:t>
    </dgm:pt>
    <dgm:pt modelId="{04D7AF50-2256-4757-9BF3-6AB0154C6C0B}">
      <dgm:prSet/>
      <dgm:spPr/>
      <dgm:t>
        <a:bodyPr/>
        <a:lstStyle/>
        <a:p>
          <a:r>
            <a:rPr lang="sr-Latn-RS"/>
            <a:t>• Input gate  </a:t>
          </a:r>
          <a:endParaRPr lang="en-US"/>
        </a:p>
      </dgm:t>
    </dgm:pt>
    <dgm:pt modelId="{BC77931D-BB44-4990-A3AA-2C94979A248D}" type="parTrans" cxnId="{7DDE681D-C217-4544-BA42-5B0C9DE0FE33}">
      <dgm:prSet/>
      <dgm:spPr/>
      <dgm:t>
        <a:bodyPr/>
        <a:lstStyle/>
        <a:p>
          <a:endParaRPr lang="en-US"/>
        </a:p>
      </dgm:t>
    </dgm:pt>
    <dgm:pt modelId="{D738C9D6-CBE7-42AA-BD10-41FB3569B617}" type="sibTrans" cxnId="{7DDE681D-C217-4544-BA42-5B0C9DE0FE33}">
      <dgm:prSet/>
      <dgm:spPr/>
      <dgm:t>
        <a:bodyPr/>
        <a:lstStyle/>
        <a:p>
          <a:endParaRPr lang="en-US"/>
        </a:p>
      </dgm:t>
    </dgm:pt>
    <dgm:pt modelId="{C3C96B93-9017-4B5F-B6C7-5EBB84A97133}">
      <dgm:prSet/>
      <dgm:spPr/>
      <dgm:t>
        <a:bodyPr/>
        <a:lstStyle/>
        <a:p>
          <a:r>
            <a:rPr lang="sr-Latn-RS"/>
            <a:t>• Candidate state</a:t>
          </a:r>
          <a:endParaRPr lang="en-US"/>
        </a:p>
      </dgm:t>
    </dgm:pt>
    <dgm:pt modelId="{2DD04174-BEAE-4ED4-867E-2503B7B460F6}" type="parTrans" cxnId="{0CE90315-9DBB-4551-9027-C4551451D072}">
      <dgm:prSet/>
      <dgm:spPr/>
      <dgm:t>
        <a:bodyPr/>
        <a:lstStyle/>
        <a:p>
          <a:endParaRPr lang="en-US"/>
        </a:p>
      </dgm:t>
    </dgm:pt>
    <dgm:pt modelId="{1B81F119-3B8A-4C6D-A144-42ED14D69688}" type="sibTrans" cxnId="{0CE90315-9DBB-4551-9027-C4551451D072}">
      <dgm:prSet/>
      <dgm:spPr/>
      <dgm:t>
        <a:bodyPr/>
        <a:lstStyle/>
        <a:p>
          <a:endParaRPr lang="en-US"/>
        </a:p>
      </dgm:t>
    </dgm:pt>
    <dgm:pt modelId="{453A8476-6971-470B-8EED-B9C82B935F73}">
      <dgm:prSet/>
      <dgm:spPr/>
      <dgm:t>
        <a:bodyPr/>
        <a:lstStyle/>
        <a:p>
          <a:r>
            <a:rPr lang="sr-Latn-RS"/>
            <a:t>• Output gate</a:t>
          </a:r>
          <a:endParaRPr lang="en-US"/>
        </a:p>
      </dgm:t>
    </dgm:pt>
    <dgm:pt modelId="{41F84A80-97B8-4268-A497-B230C412C2BE}" type="parTrans" cxnId="{2A98EE74-700E-4F56-AD16-8D0252265870}">
      <dgm:prSet/>
      <dgm:spPr/>
      <dgm:t>
        <a:bodyPr/>
        <a:lstStyle/>
        <a:p>
          <a:endParaRPr lang="en-US"/>
        </a:p>
      </dgm:t>
    </dgm:pt>
    <dgm:pt modelId="{9C66EF78-3A28-4E71-B428-B3AE7247F97E}" type="sibTrans" cxnId="{2A98EE74-700E-4F56-AD16-8D0252265870}">
      <dgm:prSet/>
      <dgm:spPr/>
      <dgm:t>
        <a:bodyPr/>
        <a:lstStyle/>
        <a:p>
          <a:endParaRPr lang="en-US"/>
        </a:p>
      </dgm:t>
    </dgm:pt>
    <dgm:pt modelId="{A9CFBDB7-58FA-4CFA-97F8-C95D13C11956}" type="pres">
      <dgm:prSet presAssocID="{0C29D9AC-D0B3-48D8-8BC7-000A28F51363}" presName="Name0" presStyleCnt="0">
        <dgm:presLayoutVars>
          <dgm:dir/>
          <dgm:animLvl val="lvl"/>
          <dgm:resizeHandles val="exact"/>
        </dgm:presLayoutVars>
      </dgm:prSet>
      <dgm:spPr/>
    </dgm:pt>
    <dgm:pt modelId="{35FEE7EF-BD07-416D-BA73-BE757F186265}" type="pres">
      <dgm:prSet presAssocID="{4CC54EF2-04D9-45FC-B02B-884CFB5D3C9B}" presName="boxAndChildren" presStyleCnt="0"/>
      <dgm:spPr/>
    </dgm:pt>
    <dgm:pt modelId="{EACD4ED8-C00C-47BE-A0CB-45744CA85C69}" type="pres">
      <dgm:prSet presAssocID="{4CC54EF2-04D9-45FC-B02B-884CFB5D3C9B}" presName="parentTextBox" presStyleLbl="node1" presStyleIdx="0" presStyleCnt="2"/>
      <dgm:spPr/>
    </dgm:pt>
    <dgm:pt modelId="{FD548523-BB4C-4316-A7B3-A30484468A04}" type="pres">
      <dgm:prSet presAssocID="{4CC54EF2-04D9-45FC-B02B-884CFB5D3C9B}" presName="entireBox" presStyleLbl="node1" presStyleIdx="0" presStyleCnt="2"/>
      <dgm:spPr/>
    </dgm:pt>
    <dgm:pt modelId="{CB35D93F-4CF9-4CA4-B98D-6A61C0436ECC}" type="pres">
      <dgm:prSet presAssocID="{4CC54EF2-04D9-45FC-B02B-884CFB5D3C9B}" presName="descendantBox" presStyleCnt="0"/>
      <dgm:spPr/>
    </dgm:pt>
    <dgm:pt modelId="{E5FE4BB8-37E0-43B8-91D0-868EA80D8075}" type="pres">
      <dgm:prSet presAssocID="{D24556A4-89A6-435F-B38E-2642FA769A0D}" presName="childTextBox" presStyleLbl="fgAccFollowNode1" presStyleIdx="0" presStyleCnt="4">
        <dgm:presLayoutVars>
          <dgm:bulletEnabled val="1"/>
        </dgm:presLayoutVars>
      </dgm:prSet>
      <dgm:spPr/>
    </dgm:pt>
    <dgm:pt modelId="{9E3F9566-57A3-439F-9930-7D5A60081F79}" type="pres">
      <dgm:prSet presAssocID="{04D7AF50-2256-4757-9BF3-6AB0154C6C0B}" presName="childTextBox" presStyleLbl="fgAccFollowNode1" presStyleIdx="1" presStyleCnt="4">
        <dgm:presLayoutVars>
          <dgm:bulletEnabled val="1"/>
        </dgm:presLayoutVars>
      </dgm:prSet>
      <dgm:spPr/>
    </dgm:pt>
    <dgm:pt modelId="{D327C76E-D549-43BC-86B2-05F7F9DA4115}" type="pres">
      <dgm:prSet presAssocID="{C3C96B93-9017-4B5F-B6C7-5EBB84A97133}" presName="childTextBox" presStyleLbl="fgAccFollowNode1" presStyleIdx="2" presStyleCnt="4">
        <dgm:presLayoutVars>
          <dgm:bulletEnabled val="1"/>
        </dgm:presLayoutVars>
      </dgm:prSet>
      <dgm:spPr/>
    </dgm:pt>
    <dgm:pt modelId="{4BDA57F5-DA67-4FE3-8C42-D8B01BFE68D3}" type="pres">
      <dgm:prSet presAssocID="{453A8476-6971-470B-8EED-B9C82B935F73}" presName="childTextBox" presStyleLbl="fgAccFollowNode1" presStyleIdx="3" presStyleCnt="4">
        <dgm:presLayoutVars>
          <dgm:bulletEnabled val="1"/>
        </dgm:presLayoutVars>
      </dgm:prSet>
      <dgm:spPr/>
    </dgm:pt>
    <dgm:pt modelId="{21761BC8-7387-4BAE-A317-80B3F867EA84}" type="pres">
      <dgm:prSet presAssocID="{492F25B5-E7B8-4639-AD93-CB6DAE21EF5D}" presName="sp" presStyleCnt="0"/>
      <dgm:spPr/>
    </dgm:pt>
    <dgm:pt modelId="{FDC8633A-065C-41B3-A3F6-8EA0A56EBDDC}" type="pres">
      <dgm:prSet presAssocID="{9811CCF0-2A36-4723-8335-491C41EDC63F}" presName="arrowAndChildren" presStyleCnt="0"/>
      <dgm:spPr/>
    </dgm:pt>
    <dgm:pt modelId="{F47D6D1D-9F45-408B-B12D-94681E0F6516}" type="pres">
      <dgm:prSet presAssocID="{9811CCF0-2A36-4723-8335-491C41EDC63F}" presName="parentTextArrow" presStyleLbl="node1" presStyleIdx="1" presStyleCnt="2"/>
      <dgm:spPr/>
    </dgm:pt>
  </dgm:ptLst>
  <dgm:cxnLst>
    <dgm:cxn modelId="{0CE90315-9DBB-4551-9027-C4551451D072}" srcId="{4CC54EF2-04D9-45FC-B02B-884CFB5D3C9B}" destId="{C3C96B93-9017-4B5F-B6C7-5EBB84A97133}" srcOrd="2" destOrd="0" parTransId="{2DD04174-BEAE-4ED4-867E-2503B7B460F6}" sibTransId="{1B81F119-3B8A-4C6D-A144-42ED14D69688}"/>
    <dgm:cxn modelId="{7DDE681D-C217-4544-BA42-5B0C9DE0FE33}" srcId="{4CC54EF2-04D9-45FC-B02B-884CFB5D3C9B}" destId="{04D7AF50-2256-4757-9BF3-6AB0154C6C0B}" srcOrd="1" destOrd="0" parTransId="{BC77931D-BB44-4990-A3AA-2C94979A248D}" sibTransId="{D738C9D6-CBE7-42AA-BD10-41FB3569B617}"/>
    <dgm:cxn modelId="{A6B71627-5572-42FA-8E33-64FA2E3D3AD1}" type="presOf" srcId="{0C29D9AC-D0B3-48D8-8BC7-000A28F51363}" destId="{A9CFBDB7-58FA-4CFA-97F8-C95D13C11956}" srcOrd="0" destOrd="0" presId="urn:microsoft.com/office/officeart/2005/8/layout/process4"/>
    <dgm:cxn modelId="{4BA3C25D-B642-41CD-A7CB-E4CAAE3B1492}" type="presOf" srcId="{D24556A4-89A6-435F-B38E-2642FA769A0D}" destId="{E5FE4BB8-37E0-43B8-91D0-868EA80D8075}" srcOrd="0" destOrd="0" presId="urn:microsoft.com/office/officeart/2005/8/layout/process4"/>
    <dgm:cxn modelId="{EDC15041-FFC4-42F9-9C02-9DC67F1FF833}" type="presOf" srcId="{04D7AF50-2256-4757-9BF3-6AB0154C6C0B}" destId="{9E3F9566-57A3-439F-9930-7D5A60081F79}" srcOrd="0" destOrd="0" presId="urn:microsoft.com/office/officeart/2005/8/layout/process4"/>
    <dgm:cxn modelId="{39F8D14A-46C4-428E-AFE7-8A7BFBFB9765}" srcId="{4CC54EF2-04D9-45FC-B02B-884CFB5D3C9B}" destId="{D24556A4-89A6-435F-B38E-2642FA769A0D}" srcOrd="0" destOrd="0" parTransId="{856F7729-7417-439B-81FB-05D4E0C91BD4}" sibTransId="{1C6D041C-2C8A-4018-9511-21B1FB4656E4}"/>
    <dgm:cxn modelId="{19422F4C-E0D7-4638-B673-9F1AAEF37CEC}" srcId="{0C29D9AC-D0B3-48D8-8BC7-000A28F51363}" destId="{4CC54EF2-04D9-45FC-B02B-884CFB5D3C9B}" srcOrd="1" destOrd="0" parTransId="{918C4CB9-A3DF-41AA-8308-4D35495C54CF}" sibTransId="{174493A4-E658-48DB-929A-CCB0E6D7E075}"/>
    <dgm:cxn modelId="{25319A4C-E259-456F-AA87-EACEE36AD4B2}" type="presOf" srcId="{453A8476-6971-470B-8EED-B9C82B935F73}" destId="{4BDA57F5-DA67-4FE3-8C42-D8B01BFE68D3}" srcOrd="0" destOrd="0" presId="urn:microsoft.com/office/officeart/2005/8/layout/process4"/>
    <dgm:cxn modelId="{2A98EE74-700E-4F56-AD16-8D0252265870}" srcId="{4CC54EF2-04D9-45FC-B02B-884CFB5D3C9B}" destId="{453A8476-6971-470B-8EED-B9C82B935F73}" srcOrd="3" destOrd="0" parTransId="{41F84A80-97B8-4268-A497-B230C412C2BE}" sibTransId="{9C66EF78-3A28-4E71-B428-B3AE7247F97E}"/>
    <dgm:cxn modelId="{02256883-1F06-4C39-BDB1-F4F4EEE12B5B}" type="presOf" srcId="{4CC54EF2-04D9-45FC-B02B-884CFB5D3C9B}" destId="{FD548523-BB4C-4316-A7B3-A30484468A04}" srcOrd="1" destOrd="0" presId="urn:microsoft.com/office/officeart/2005/8/layout/process4"/>
    <dgm:cxn modelId="{564B8298-758F-4BD2-9415-58B5CBF454F3}" srcId="{0C29D9AC-D0B3-48D8-8BC7-000A28F51363}" destId="{9811CCF0-2A36-4723-8335-491C41EDC63F}" srcOrd="0" destOrd="0" parTransId="{6A07F1C1-B6C5-4876-A703-3B112905485B}" sibTransId="{492F25B5-E7B8-4639-AD93-CB6DAE21EF5D}"/>
    <dgm:cxn modelId="{660C6D9D-EBE7-4957-912E-899487A0FF6B}" type="presOf" srcId="{C3C96B93-9017-4B5F-B6C7-5EBB84A97133}" destId="{D327C76E-D549-43BC-86B2-05F7F9DA4115}" srcOrd="0" destOrd="0" presId="urn:microsoft.com/office/officeart/2005/8/layout/process4"/>
    <dgm:cxn modelId="{E1334CB6-0990-4408-BC00-C11F0240A378}" type="presOf" srcId="{9811CCF0-2A36-4723-8335-491C41EDC63F}" destId="{F47D6D1D-9F45-408B-B12D-94681E0F6516}" srcOrd="0" destOrd="0" presId="urn:microsoft.com/office/officeart/2005/8/layout/process4"/>
    <dgm:cxn modelId="{CE9F75DB-A805-44CC-9AB3-C2D214F88DF2}" type="presOf" srcId="{4CC54EF2-04D9-45FC-B02B-884CFB5D3C9B}" destId="{EACD4ED8-C00C-47BE-A0CB-45744CA85C69}" srcOrd="0" destOrd="0" presId="urn:microsoft.com/office/officeart/2005/8/layout/process4"/>
    <dgm:cxn modelId="{710913C2-1F28-4202-89E4-8D0444686277}" type="presParOf" srcId="{A9CFBDB7-58FA-4CFA-97F8-C95D13C11956}" destId="{35FEE7EF-BD07-416D-BA73-BE757F186265}" srcOrd="0" destOrd="0" presId="urn:microsoft.com/office/officeart/2005/8/layout/process4"/>
    <dgm:cxn modelId="{0416D10C-8745-4B46-8B61-7F19A875873D}" type="presParOf" srcId="{35FEE7EF-BD07-416D-BA73-BE757F186265}" destId="{EACD4ED8-C00C-47BE-A0CB-45744CA85C69}" srcOrd="0" destOrd="0" presId="urn:microsoft.com/office/officeart/2005/8/layout/process4"/>
    <dgm:cxn modelId="{9BC96CF4-1491-4DEC-9684-15B034470369}" type="presParOf" srcId="{35FEE7EF-BD07-416D-BA73-BE757F186265}" destId="{FD548523-BB4C-4316-A7B3-A30484468A04}" srcOrd="1" destOrd="0" presId="urn:microsoft.com/office/officeart/2005/8/layout/process4"/>
    <dgm:cxn modelId="{67D55957-0E70-4CB6-9B37-B2D5F265EE14}" type="presParOf" srcId="{35FEE7EF-BD07-416D-BA73-BE757F186265}" destId="{CB35D93F-4CF9-4CA4-B98D-6A61C0436ECC}" srcOrd="2" destOrd="0" presId="urn:microsoft.com/office/officeart/2005/8/layout/process4"/>
    <dgm:cxn modelId="{CAE7BB98-05DD-4B99-AA83-49E296E169AA}" type="presParOf" srcId="{CB35D93F-4CF9-4CA4-B98D-6A61C0436ECC}" destId="{E5FE4BB8-37E0-43B8-91D0-868EA80D8075}" srcOrd="0" destOrd="0" presId="urn:microsoft.com/office/officeart/2005/8/layout/process4"/>
    <dgm:cxn modelId="{D005AA32-1397-482B-993E-6BBD266D12C0}" type="presParOf" srcId="{CB35D93F-4CF9-4CA4-B98D-6A61C0436ECC}" destId="{9E3F9566-57A3-439F-9930-7D5A60081F79}" srcOrd="1" destOrd="0" presId="urn:microsoft.com/office/officeart/2005/8/layout/process4"/>
    <dgm:cxn modelId="{8D0D6FB9-264A-4E7C-8F6A-B42937B0AF33}" type="presParOf" srcId="{CB35D93F-4CF9-4CA4-B98D-6A61C0436ECC}" destId="{D327C76E-D549-43BC-86B2-05F7F9DA4115}" srcOrd="2" destOrd="0" presId="urn:microsoft.com/office/officeart/2005/8/layout/process4"/>
    <dgm:cxn modelId="{EC44BD88-8169-4C30-8A69-7332D4E4AA2A}" type="presParOf" srcId="{CB35D93F-4CF9-4CA4-B98D-6A61C0436ECC}" destId="{4BDA57F5-DA67-4FE3-8C42-D8B01BFE68D3}" srcOrd="3" destOrd="0" presId="urn:microsoft.com/office/officeart/2005/8/layout/process4"/>
    <dgm:cxn modelId="{20C92BB1-FDA3-421D-BCA2-DA292CFAF112}" type="presParOf" srcId="{A9CFBDB7-58FA-4CFA-97F8-C95D13C11956}" destId="{21761BC8-7387-4BAE-A317-80B3F867EA84}" srcOrd="1" destOrd="0" presId="urn:microsoft.com/office/officeart/2005/8/layout/process4"/>
    <dgm:cxn modelId="{89825D36-4BAE-4B00-ACD5-8D51CC55925E}" type="presParOf" srcId="{A9CFBDB7-58FA-4CFA-97F8-C95D13C11956}" destId="{FDC8633A-065C-41B3-A3F6-8EA0A56EBDDC}" srcOrd="2" destOrd="0" presId="urn:microsoft.com/office/officeart/2005/8/layout/process4"/>
    <dgm:cxn modelId="{853A2AD1-B32E-41A0-98BB-6CA386010917}" type="presParOf" srcId="{FDC8633A-065C-41B3-A3F6-8EA0A56EBDDC}" destId="{F47D6D1D-9F45-408B-B12D-94681E0F651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8C536B1-D249-45A2-8D54-00F671D237CE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55782A8-E300-4F8F-AC15-21A247E4BB6B}">
      <dgm:prSet/>
      <dgm:spPr/>
      <dgm:t>
        <a:bodyPr/>
        <a:lstStyle/>
        <a:p>
          <a:r>
            <a:rPr lang="en-US"/>
            <a:t>Pojednostavljena varijanta LSTM-a</a:t>
          </a:r>
        </a:p>
      </dgm:t>
    </dgm:pt>
    <dgm:pt modelId="{92465A94-A2F2-456C-AB7D-76A7D6F5DB1A}" type="parTrans" cxnId="{5AFD03E5-7674-44EE-9E24-F4A6A244C63A}">
      <dgm:prSet/>
      <dgm:spPr/>
      <dgm:t>
        <a:bodyPr/>
        <a:lstStyle/>
        <a:p>
          <a:endParaRPr lang="en-US"/>
        </a:p>
      </dgm:t>
    </dgm:pt>
    <dgm:pt modelId="{8E2D05B7-735A-4FF8-B962-8BDDF8796A18}" type="sibTrans" cxnId="{5AFD03E5-7674-44EE-9E24-F4A6A244C63A}">
      <dgm:prSet/>
      <dgm:spPr/>
      <dgm:t>
        <a:bodyPr/>
        <a:lstStyle/>
        <a:p>
          <a:endParaRPr lang="en-US"/>
        </a:p>
      </dgm:t>
    </dgm:pt>
    <dgm:pt modelId="{073870B0-35FE-4654-A52B-BA3034D5F668}">
      <dgm:prSet/>
      <dgm:spPr/>
      <dgm:t>
        <a:bodyPr/>
        <a:lstStyle/>
        <a:p>
          <a:r>
            <a:rPr lang="sr-Latn-RS"/>
            <a:t>Zbog manje složenosti, GRU se često trenira brže od LSTM-a, dok performanse mogu biti slične</a:t>
          </a:r>
          <a:endParaRPr lang="en-US"/>
        </a:p>
      </dgm:t>
    </dgm:pt>
    <dgm:pt modelId="{B6E5B028-C8CF-4DEF-91CA-F5F161401A8C}" type="parTrans" cxnId="{740B6A36-E6EC-44AF-8043-377C2FD86E3C}">
      <dgm:prSet/>
      <dgm:spPr/>
      <dgm:t>
        <a:bodyPr/>
        <a:lstStyle/>
        <a:p>
          <a:endParaRPr lang="en-US"/>
        </a:p>
      </dgm:t>
    </dgm:pt>
    <dgm:pt modelId="{CD1F20A0-0FCA-4F3C-B755-5537A79D84B4}" type="sibTrans" cxnId="{740B6A36-E6EC-44AF-8043-377C2FD86E3C}">
      <dgm:prSet/>
      <dgm:spPr/>
      <dgm:t>
        <a:bodyPr/>
        <a:lstStyle/>
        <a:p>
          <a:endParaRPr lang="en-US"/>
        </a:p>
      </dgm:t>
    </dgm:pt>
    <dgm:pt modelId="{7115EC76-296F-47BD-9B92-E90C82D56649}">
      <dgm:prSet/>
      <dgm:spPr/>
      <dgm:t>
        <a:bodyPr/>
        <a:lstStyle/>
        <a:p>
          <a:r>
            <a:rPr lang="sr-Latn-RS"/>
            <a:t>GRU nema posebno ćelijsko stanje ct , već koristi skriveno stanje ht i dva gate-a: </a:t>
          </a:r>
          <a:endParaRPr lang="en-US"/>
        </a:p>
      </dgm:t>
    </dgm:pt>
    <dgm:pt modelId="{504C8D2D-765B-407A-8AB6-86777D2F9F96}" type="parTrans" cxnId="{65A2B427-1126-48F1-B9E5-0C63119DBEE0}">
      <dgm:prSet/>
      <dgm:spPr/>
      <dgm:t>
        <a:bodyPr/>
        <a:lstStyle/>
        <a:p>
          <a:endParaRPr lang="en-US"/>
        </a:p>
      </dgm:t>
    </dgm:pt>
    <dgm:pt modelId="{B9552957-A33C-41F8-9E27-9EBE59B036E2}" type="sibTrans" cxnId="{65A2B427-1126-48F1-B9E5-0C63119DBEE0}">
      <dgm:prSet/>
      <dgm:spPr/>
      <dgm:t>
        <a:bodyPr/>
        <a:lstStyle/>
        <a:p>
          <a:endParaRPr lang="en-US"/>
        </a:p>
      </dgm:t>
    </dgm:pt>
    <dgm:pt modelId="{5C131534-C445-4565-93A5-084F2C7EEA4A}">
      <dgm:prSet/>
      <dgm:spPr/>
      <dgm:t>
        <a:bodyPr/>
        <a:lstStyle/>
        <a:p>
          <a:r>
            <a:rPr lang="sr-Latn-RS"/>
            <a:t>• Update gate </a:t>
          </a:r>
          <a:endParaRPr lang="en-US"/>
        </a:p>
      </dgm:t>
    </dgm:pt>
    <dgm:pt modelId="{6ABC5679-533F-4DE2-A6AC-6896DD1B7C00}" type="parTrans" cxnId="{B7945B50-7C4B-4E49-8790-1ADE4E1EC1BC}">
      <dgm:prSet/>
      <dgm:spPr/>
      <dgm:t>
        <a:bodyPr/>
        <a:lstStyle/>
        <a:p>
          <a:endParaRPr lang="en-US"/>
        </a:p>
      </dgm:t>
    </dgm:pt>
    <dgm:pt modelId="{23E2173D-F79F-46FE-B1B5-46D00636D75F}" type="sibTrans" cxnId="{B7945B50-7C4B-4E49-8790-1ADE4E1EC1BC}">
      <dgm:prSet/>
      <dgm:spPr/>
      <dgm:t>
        <a:bodyPr/>
        <a:lstStyle/>
        <a:p>
          <a:endParaRPr lang="en-US"/>
        </a:p>
      </dgm:t>
    </dgm:pt>
    <dgm:pt modelId="{4C7BA09A-D667-43A1-8958-B89439D29ECF}">
      <dgm:prSet/>
      <dgm:spPr/>
      <dgm:t>
        <a:bodyPr/>
        <a:lstStyle/>
        <a:p>
          <a:r>
            <a:rPr lang="sr-Latn-RS"/>
            <a:t>• Reset gate</a:t>
          </a:r>
          <a:endParaRPr lang="en-US"/>
        </a:p>
      </dgm:t>
    </dgm:pt>
    <dgm:pt modelId="{6CE7C40F-E07D-47D2-A45E-F48CFC45192E}" type="parTrans" cxnId="{C4E4ED67-AD3F-464B-903E-0A2ECB22DAAA}">
      <dgm:prSet/>
      <dgm:spPr/>
      <dgm:t>
        <a:bodyPr/>
        <a:lstStyle/>
        <a:p>
          <a:endParaRPr lang="en-US"/>
        </a:p>
      </dgm:t>
    </dgm:pt>
    <dgm:pt modelId="{3AAC6346-32E3-423C-A074-00E22245D336}" type="sibTrans" cxnId="{C4E4ED67-AD3F-464B-903E-0A2ECB22DAAA}">
      <dgm:prSet/>
      <dgm:spPr/>
      <dgm:t>
        <a:bodyPr/>
        <a:lstStyle/>
        <a:p>
          <a:endParaRPr lang="en-US"/>
        </a:p>
      </dgm:t>
    </dgm:pt>
    <dgm:pt modelId="{510C11DB-A1AC-40B1-A81C-B6FFDF4B845B}" type="pres">
      <dgm:prSet presAssocID="{98C536B1-D249-45A2-8D54-00F671D237CE}" presName="Name0" presStyleCnt="0">
        <dgm:presLayoutVars>
          <dgm:dir/>
          <dgm:animLvl val="lvl"/>
          <dgm:resizeHandles val="exact"/>
        </dgm:presLayoutVars>
      </dgm:prSet>
      <dgm:spPr/>
    </dgm:pt>
    <dgm:pt modelId="{6BE5E7F1-BFE6-40B5-9850-96C01AD8CB22}" type="pres">
      <dgm:prSet presAssocID="{7115EC76-296F-47BD-9B92-E90C82D56649}" presName="boxAndChildren" presStyleCnt="0"/>
      <dgm:spPr/>
    </dgm:pt>
    <dgm:pt modelId="{238A3CC7-65EE-49E2-BE52-6A403AFDAEA0}" type="pres">
      <dgm:prSet presAssocID="{7115EC76-296F-47BD-9B92-E90C82D56649}" presName="parentTextBox" presStyleLbl="node1" presStyleIdx="0" presStyleCnt="3"/>
      <dgm:spPr/>
    </dgm:pt>
    <dgm:pt modelId="{85F2FFAD-CC68-4CA8-9121-5C18DB472F25}" type="pres">
      <dgm:prSet presAssocID="{7115EC76-296F-47BD-9B92-E90C82D56649}" presName="entireBox" presStyleLbl="node1" presStyleIdx="0" presStyleCnt="3"/>
      <dgm:spPr/>
    </dgm:pt>
    <dgm:pt modelId="{43CF384F-8B47-4307-BF4B-F3E609FE6CB6}" type="pres">
      <dgm:prSet presAssocID="{7115EC76-296F-47BD-9B92-E90C82D56649}" presName="descendantBox" presStyleCnt="0"/>
      <dgm:spPr/>
    </dgm:pt>
    <dgm:pt modelId="{8C7B4E48-1348-4686-84AC-77785E1283E9}" type="pres">
      <dgm:prSet presAssocID="{5C131534-C445-4565-93A5-084F2C7EEA4A}" presName="childTextBox" presStyleLbl="fgAccFollowNode1" presStyleIdx="0" presStyleCnt="2">
        <dgm:presLayoutVars>
          <dgm:bulletEnabled val="1"/>
        </dgm:presLayoutVars>
      </dgm:prSet>
      <dgm:spPr/>
    </dgm:pt>
    <dgm:pt modelId="{9500CF08-243A-4382-8DF7-744C289515F3}" type="pres">
      <dgm:prSet presAssocID="{4C7BA09A-D667-43A1-8958-B89439D29ECF}" presName="childTextBox" presStyleLbl="fgAccFollowNode1" presStyleIdx="1" presStyleCnt="2">
        <dgm:presLayoutVars>
          <dgm:bulletEnabled val="1"/>
        </dgm:presLayoutVars>
      </dgm:prSet>
      <dgm:spPr/>
    </dgm:pt>
    <dgm:pt modelId="{09CA4AE2-3591-4A2F-94D8-4545C3905C73}" type="pres">
      <dgm:prSet presAssocID="{CD1F20A0-0FCA-4F3C-B755-5537A79D84B4}" presName="sp" presStyleCnt="0"/>
      <dgm:spPr/>
    </dgm:pt>
    <dgm:pt modelId="{E2A226C4-C8F4-4F71-B06D-A1B82F68B921}" type="pres">
      <dgm:prSet presAssocID="{073870B0-35FE-4654-A52B-BA3034D5F668}" presName="arrowAndChildren" presStyleCnt="0"/>
      <dgm:spPr/>
    </dgm:pt>
    <dgm:pt modelId="{BD21BD21-D575-42D9-BF9D-410B894F8CD7}" type="pres">
      <dgm:prSet presAssocID="{073870B0-35FE-4654-A52B-BA3034D5F668}" presName="parentTextArrow" presStyleLbl="node1" presStyleIdx="1" presStyleCnt="3"/>
      <dgm:spPr/>
    </dgm:pt>
    <dgm:pt modelId="{5D0CA9EA-9835-42C1-BC51-36C6AD2EEF0F}" type="pres">
      <dgm:prSet presAssocID="{8E2D05B7-735A-4FF8-B962-8BDDF8796A18}" presName="sp" presStyleCnt="0"/>
      <dgm:spPr/>
    </dgm:pt>
    <dgm:pt modelId="{2E5DB620-65DE-4699-AA5B-4A569DC52A2F}" type="pres">
      <dgm:prSet presAssocID="{655782A8-E300-4F8F-AC15-21A247E4BB6B}" presName="arrowAndChildren" presStyleCnt="0"/>
      <dgm:spPr/>
    </dgm:pt>
    <dgm:pt modelId="{E9365E79-6C03-4146-B898-A8A68840C71B}" type="pres">
      <dgm:prSet presAssocID="{655782A8-E300-4F8F-AC15-21A247E4BB6B}" presName="parentTextArrow" presStyleLbl="node1" presStyleIdx="2" presStyleCnt="3"/>
      <dgm:spPr/>
    </dgm:pt>
  </dgm:ptLst>
  <dgm:cxnLst>
    <dgm:cxn modelId="{5A48361B-B729-4690-B7D1-38682FB68CE7}" type="presOf" srcId="{7115EC76-296F-47BD-9B92-E90C82D56649}" destId="{238A3CC7-65EE-49E2-BE52-6A403AFDAEA0}" srcOrd="0" destOrd="0" presId="urn:microsoft.com/office/officeart/2005/8/layout/process4"/>
    <dgm:cxn modelId="{7443E51F-4E2C-4E94-B5AD-31C6848DD1DA}" type="presOf" srcId="{7115EC76-296F-47BD-9B92-E90C82D56649}" destId="{85F2FFAD-CC68-4CA8-9121-5C18DB472F25}" srcOrd="1" destOrd="0" presId="urn:microsoft.com/office/officeart/2005/8/layout/process4"/>
    <dgm:cxn modelId="{65A2B427-1126-48F1-B9E5-0C63119DBEE0}" srcId="{98C536B1-D249-45A2-8D54-00F671D237CE}" destId="{7115EC76-296F-47BD-9B92-E90C82D56649}" srcOrd="2" destOrd="0" parTransId="{504C8D2D-765B-407A-8AB6-86777D2F9F96}" sibTransId="{B9552957-A33C-41F8-9E27-9EBE59B036E2}"/>
    <dgm:cxn modelId="{740B6A36-E6EC-44AF-8043-377C2FD86E3C}" srcId="{98C536B1-D249-45A2-8D54-00F671D237CE}" destId="{073870B0-35FE-4654-A52B-BA3034D5F668}" srcOrd="1" destOrd="0" parTransId="{B6E5B028-C8CF-4DEF-91CA-F5F161401A8C}" sibTransId="{CD1F20A0-0FCA-4F3C-B755-5537A79D84B4}"/>
    <dgm:cxn modelId="{C4E4ED67-AD3F-464B-903E-0A2ECB22DAAA}" srcId="{7115EC76-296F-47BD-9B92-E90C82D56649}" destId="{4C7BA09A-D667-43A1-8958-B89439D29ECF}" srcOrd="1" destOrd="0" parTransId="{6CE7C40F-E07D-47D2-A45E-F48CFC45192E}" sibTransId="{3AAC6346-32E3-423C-A074-00E22245D336}"/>
    <dgm:cxn modelId="{B7945B50-7C4B-4E49-8790-1ADE4E1EC1BC}" srcId="{7115EC76-296F-47BD-9B92-E90C82D56649}" destId="{5C131534-C445-4565-93A5-084F2C7EEA4A}" srcOrd="0" destOrd="0" parTransId="{6ABC5679-533F-4DE2-A6AC-6896DD1B7C00}" sibTransId="{23E2173D-F79F-46FE-B1B5-46D00636D75F}"/>
    <dgm:cxn modelId="{E2642B74-2B63-4638-AD0B-FBEAF226A530}" type="presOf" srcId="{073870B0-35FE-4654-A52B-BA3034D5F668}" destId="{BD21BD21-D575-42D9-BF9D-410B894F8CD7}" srcOrd="0" destOrd="0" presId="urn:microsoft.com/office/officeart/2005/8/layout/process4"/>
    <dgm:cxn modelId="{B74EF07A-3E10-45B0-AD17-0FCF0A05F5D9}" type="presOf" srcId="{98C536B1-D249-45A2-8D54-00F671D237CE}" destId="{510C11DB-A1AC-40B1-A81C-B6FFDF4B845B}" srcOrd="0" destOrd="0" presId="urn:microsoft.com/office/officeart/2005/8/layout/process4"/>
    <dgm:cxn modelId="{DE51E5C6-5F1E-4BF1-ADB8-61BBCCA11E13}" type="presOf" srcId="{4C7BA09A-D667-43A1-8958-B89439D29ECF}" destId="{9500CF08-243A-4382-8DF7-744C289515F3}" srcOrd="0" destOrd="0" presId="urn:microsoft.com/office/officeart/2005/8/layout/process4"/>
    <dgm:cxn modelId="{5AFD03E5-7674-44EE-9E24-F4A6A244C63A}" srcId="{98C536B1-D249-45A2-8D54-00F671D237CE}" destId="{655782A8-E300-4F8F-AC15-21A247E4BB6B}" srcOrd="0" destOrd="0" parTransId="{92465A94-A2F2-456C-AB7D-76A7D6F5DB1A}" sibTransId="{8E2D05B7-735A-4FF8-B962-8BDDF8796A18}"/>
    <dgm:cxn modelId="{545160E6-D006-4A80-8BFE-627C3DDF6734}" type="presOf" srcId="{655782A8-E300-4F8F-AC15-21A247E4BB6B}" destId="{E9365E79-6C03-4146-B898-A8A68840C71B}" srcOrd="0" destOrd="0" presId="urn:microsoft.com/office/officeart/2005/8/layout/process4"/>
    <dgm:cxn modelId="{C57123F4-30B7-48DF-B305-9E05F7CDC44C}" type="presOf" srcId="{5C131534-C445-4565-93A5-084F2C7EEA4A}" destId="{8C7B4E48-1348-4686-84AC-77785E1283E9}" srcOrd="0" destOrd="0" presId="urn:microsoft.com/office/officeart/2005/8/layout/process4"/>
    <dgm:cxn modelId="{68A2F3A6-9048-4111-A6E9-92EE6E230A28}" type="presParOf" srcId="{510C11DB-A1AC-40B1-A81C-B6FFDF4B845B}" destId="{6BE5E7F1-BFE6-40B5-9850-96C01AD8CB22}" srcOrd="0" destOrd="0" presId="urn:microsoft.com/office/officeart/2005/8/layout/process4"/>
    <dgm:cxn modelId="{D26FAA9C-DC38-4AAF-9808-5C9F675756DC}" type="presParOf" srcId="{6BE5E7F1-BFE6-40B5-9850-96C01AD8CB22}" destId="{238A3CC7-65EE-49E2-BE52-6A403AFDAEA0}" srcOrd="0" destOrd="0" presId="urn:microsoft.com/office/officeart/2005/8/layout/process4"/>
    <dgm:cxn modelId="{D25FACC6-4956-41DF-A77C-BF51303917B7}" type="presParOf" srcId="{6BE5E7F1-BFE6-40B5-9850-96C01AD8CB22}" destId="{85F2FFAD-CC68-4CA8-9121-5C18DB472F25}" srcOrd="1" destOrd="0" presId="urn:microsoft.com/office/officeart/2005/8/layout/process4"/>
    <dgm:cxn modelId="{DB509438-BCAA-4ADF-B9E7-A232C393C089}" type="presParOf" srcId="{6BE5E7F1-BFE6-40B5-9850-96C01AD8CB22}" destId="{43CF384F-8B47-4307-BF4B-F3E609FE6CB6}" srcOrd="2" destOrd="0" presId="urn:microsoft.com/office/officeart/2005/8/layout/process4"/>
    <dgm:cxn modelId="{E0DA2B09-8ACE-4825-B669-EE93CD885D43}" type="presParOf" srcId="{43CF384F-8B47-4307-BF4B-F3E609FE6CB6}" destId="{8C7B4E48-1348-4686-84AC-77785E1283E9}" srcOrd="0" destOrd="0" presId="urn:microsoft.com/office/officeart/2005/8/layout/process4"/>
    <dgm:cxn modelId="{6C1EC7C1-078D-4A64-A35D-45D6443EC43D}" type="presParOf" srcId="{43CF384F-8B47-4307-BF4B-F3E609FE6CB6}" destId="{9500CF08-243A-4382-8DF7-744C289515F3}" srcOrd="1" destOrd="0" presId="urn:microsoft.com/office/officeart/2005/8/layout/process4"/>
    <dgm:cxn modelId="{52E8CEFD-E876-4139-A418-DD3988C7CEEA}" type="presParOf" srcId="{510C11DB-A1AC-40B1-A81C-B6FFDF4B845B}" destId="{09CA4AE2-3591-4A2F-94D8-4545C3905C73}" srcOrd="1" destOrd="0" presId="urn:microsoft.com/office/officeart/2005/8/layout/process4"/>
    <dgm:cxn modelId="{216CF3AA-7DA1-45C5-B210-F1A8F2BF7978}" type="presParOf" srcId="{510C11DB-A1AC-40B1-A81C-B6FFDF4B845B}" destId="{E2A226C4-C8F4-4F71-B06D-A1B82F68B921}" srcOrd="2" destOrd="0" presId="urn:microsoft.com/office/officeart/2005/8/layout/process4"/>
    <dgm:cxn modelId="{F881D386-D6AB-4A9B-BBDC-6AE0E3F7CE50}" type="presParOf" srcId="{E2A226C4-C8F4-4F71-B06D-A1B82F68B921}" destId="{BD21BD21-D575-42D9-BF9D-410B894F8CD7}" srcOrd="0" destOrd="0" presId="urn:microsoft.com/office/officeart/2005/8/layout/process4"/>
    <dgm:cxn modelId="{06F94DED-D19C-4F7F-A98D-CE789D728455}" type="presParOf" srcId="{510C11DB-A1AC-40B1-A81C-B6FFDF4B845B}" destId="{5D0CA9EA-9835-42C1-BC51-36C6AD2EEF0F}" srcOrd="3" destOrd="0" presId="urn:microsoft.com/office/officeart/2005/8/layout/process4"/>
    <dgm:cxn modelId="{E69E426D-021D-4493-A156-180D98B0F922}" type="presParOf" srcId="{510C11DB-A1AC-40B1-A81C-B6FFDF4B845B}" destId="{2E5DB620-65DE-4699-AA5B-4A569DC52A2F}" srcOrd="4" destOrd="0" presId="urn:microsoft.com/office/officeart/2005/8/layout/process4"/>
    <dgm:cxn modelId="{2B14928D-89B1-4A7A-B28E-62540FB85FDB}" type="presParOf" srcId="{2E5DB620-65DE-4699-AA5B-4A569DC52A2F}" destId="{E9365E79-6C03-4146-B898-A8A68840C71B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AA0F3D-2A96-43B8-B503-D108A7C9959B}">
      <dsp:nvSpPr>
        <dsp:cNvPr id="0" name=""/>
        <dsp:cNvSpPr/>
      </dsp:nvSpPr>
      <dsp:spPr>
        <a:xfrm>
          <a:off x="0" y="0"/>
          <a:ext cx="5585641" cy="1035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3000" kern="1200"/>
            <a:t>Prikupljanje podataka</a:t>
          </a:r>
          <a:endParaRPr lang="en-US" sz="3000" kern="1200"/>
        </a:p>
      </dsp:txBody>
      <dsp:txXfrm>
        <a:off x="30319" y="30319"/>
        <a:ext cx="4468598" cy="974545"/>
      </dsp:txXfrm>
    </dsp:sp>
    <dsp:sp modelId="{8C84E100-6260-478F-B69E-5872EBDC439B}">
      <dsp:nvSpPr>
        <dsp:cNvPr id="0" name=""/>
        <dsp:cNvSpPr/>
      </dsp:nvSpPr>
      <dsp:spPr>
        <a:xfrm>
          <a:off x="492850" y="1207714"/>
          <a:ext cx="5585641" cy="1035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3000" kern="1200"/>
            <a:t>Pretprocesiranje podataka</a:t>
          </a:r>
          <a:endParaRPr lang="en-US" sz="3000" kern="1200"/>
        </a:p>
      </dsp:txBody>
      <dsp:txXfrm>
        <a:off x="523169" y="1238033"/>
        <a:ext cx="4359283" cy="974545"/>
      </dsp:txXfrm>
    </dsp:sp>
    <dsp:sp modelId="{E22AD5A2-0228-4BCE-8A79-5DF94EFF3B9D}">
      <dsp:nvSpPr>
        <dsp:cNvPr id="0" name=""/>
        <dsp:cNvSpPr/>
      </dsp:nvSpPr>
      <dsp:spPr>
        <a:xfrm>
          <a:off x="985701" y="2415429"/>
          <a:ext cx="5585641" cy="1035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3000" kern="1200"/>
            <a:t>Klasifikacija i </a:t>
          </a:r>
          <a:r>
            <a:rPr lang="en-US" sz="3000" kern="1200"/>
            <a:t>evaluacija</a:t>
          </a:r>
        </a:p>
      </dsp:txBody>
      <dsp:txXfrm>
        <a:off x="1016020" y="2445748"/>
        <a:ext cx="4359283" cy="974545"/>
      </dsp:txXfrm>
    </dsp:sp>
    <dsp:sp modelId="{7502CEA0-9989-4363-A623-B2CBAE17B374}">
      <dsp:nvSpPr>
        <dsp:cNvPr id="0" name=""/>
        <dsp:cNvSpPr/>
      </dsp:nvSpPr>
      <dsp:spPr>
        <a:xfrm>
          <a:off x="4912772" y="785014"/>
          <a:ext cx="672869" cy="67286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5064168" y="785014"/>
        <a:ext cx="370077" cy="506334"/>
      </dsp:txXfrm>
    </dsp:sp>
    <dsp:sp modelId="{926A0D7A-9FEC-44A3-8D11-D009D4BAF15C}">
      <dsp:nvSpPr>
        <dsp:cNvPr id="0" name=""/>
        <dsp:cNvSpPr/>
      </dsp:nvSpPr>
      <dsp:spPr>
        <a:xfrm>
          <a:off x="5405622" y="1985827"/>
          <a:ext cx="672869" cy="67286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5557018" y="1985827"/>
        <a:ext cx="370077" cy="5063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4DD90D-CA1A-4529-BC6A-D5AAB046A16A}">
      <dsp:nvSpPr>
        <dsp:cNvPr id="0" name=""/>
        <dsp:cNvSpPr/>
      </dsp:nvSpPr>
      <dsp:spPr>
        <a:xfrm>
          <a:off x="370408" y="598776"/>
          <a:ext cx="605917" cy="6059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3B7EF7-4D80-4390-B427-B1B6036F6CA0}">
      <dsp:nvSpPr>
        <dsp:cNvPr id="0" name=""/>
        <dsp:cNvSpPr/>
      </dsp:nvSpPr>
      <dsp:spPr>
        <a:xfrm>
          <a:off x="125" y="1406677"/>
          <a:ext cx="1346484" cy="538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IMDb Dataset of 50K Movie Reviews</a:t>
          </a:r>
        </a:p>
      </dsp:txBody>
      <dsp:txXfrm>
        <a:off x="125" y="1406677"/>
        <a:ext cx="1346484" cy="538593"/>
      </dsp:txXfrm>
    </dsp:sp>
    <dsp:sp modelId="{D3A5BF32-45C2-4EE7-B976-4862C74253AC}">
      <dsp:nvSpPr>
        <dsp:cNvPr id="0" name=""/>
        <dsp:cNvSpPr/>
      </dsp:nvSpPr>
      <dsp:spPr>
        <a:xfrm>
          <a:off x="1952527" y="598776"/>
          <a:ext cx="605917" cy="6059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2490AC-7E9D-4EFD-9BA7-F76FCB551996}">
      <dsp:nvSpPr>
        <dsp:cNvPr id="0" name=""/>
        <dsp:cNvSpPr/>
      </dsp:nvSpPr>
      <dsp:spPr>
        <a:xfrm>
          <a:off x="1582244" y="1406677"/>
          <a:ext cx="1346484" cy="538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50 000 recenzija (25k pozitivnih / 25k negativnih)</a:t>
          </a:r>
        </a:p>
      </dsp:txBody>
      <dsp:txXfrm>
        <a:off x="1582244" y="1406677"/>
        <a:ext cx="1346484" cy="538593"/>
      </dsp:txXfrm>
    </dsp:sp>
    <dsp:sp modelId="{ABBAD468-C031-4B82-BD71-10AE44F66445}">
      <dsp:nvSpPr>
        <dsp:cNvPr id="0" name=""/>
        <dsp:cNvSpPr/>
      </dsp:nvSpPr>
      <dsp:spPr>
        <a:xfrm>
          <a:off x="3534646" y="598776"/>
          <a:ext cx="605917" cy="6059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571384-8AEB-47CC-875B-6666329F3459}">
      <dsp:nvSpPr>
        <dsp:cNvPr id="0" name=""/>
        <dsp:cNvSpPr/>
      </dsp:nvSpPr>
      <dsp:spPr>
        <a:xfrm>
          <a:off x="3164363" y="1406677"/>
          <a:ext cx="1346484" cy="538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Balansiran skup podataka za binarnu klasifikaciju</a:t>
          </a:r>
        </a:p>
      </dsp:txBody>
      <dsp:txXfrm>
        <a:off x="3164363" y="1406677"/>
        <a:ext cx="1346484" cy="5385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05EE25-864C-4BC8-9B72-6859E3535211}">
      <dsp:nvSpPr>
        <dsp:cNvPr id="0" name=""/>
        <dsp:cNvSpPr/>
      </dsp:nvSpPr>
      <dsp:spPr>
        <a:xfrm>
          <a:off x="0" y="912092"/>
          <a:ext cx="2025922" cy="12864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C6B560C-C61F-49CF-91CD-239B22051AD8}">
      <dsp:nvSpPr>
        <dsp:cNvPr id="0" name=""/>
        <dsp:cNvSpPr/>
      </dsp:nvSpPr>
      <dsp:spPr>
        <a:xfrm>
          <a:off x="225102" y="1125940"/>
          <a:ext cx="2025922" cy="12864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Uklanjanje HTML tagova i šuma</a:t>
          </a:r>
        </a:p>
      </dsp:txBody>
      <dsp:txXfrm>
        <a:off x="262781" y="1163619"/>
        <a:ext cx="1950564" cy="1211102"/>
      </dsp:txXfrm>
    </dsp:sp>
    <dsp:sp modelId="{17D7D1C5-CC7B-4DEA-87C2-F66791C0C07B}">
      <dsp:nvSpPr>
        <dsp:cNvPr id="0" name=""/>
        <dsp:cNvSpPr/>
      </dsp:nvSpPr>
      <dsp:spPr>
        <a:xfrm>
          <a:off x="2476127" y="912092"/>
          <a:ext cx="2025922" cy="12864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43A148B-3B76-4B9C-B580-752C166A74BB}">
      <dsp:nvSpPr>
        <dsp:cNvPr id="0" name=""/>
        <dsp:cNvSpPr/>
      </dsp:nvSpPr>
      <dsp:spPr>
        <a:xfrm>
          <a:off x="2701230" y="1125940"/>
          <a:ext cx="2025922" cy="12864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Tokenizacija i normalizacija teksta</a:t>
          </a:r>
        </a:p>
      </dsp:txBody>
      <dsp:txXfrm>
        <a:off x="2738909" y="1163619"/>
        <a:ext cx="1950564" cy="1211102"/>
      </dsp:txXfrm>
    </dsp:sp>
    <dsp:sp modelId="{0D035924-2843-4D90-B834-EE36B99C05D2}">
      <dsp:nvSpPr>
        <dsp:cNvPr id="0" name=""/>
        <dsp:cNvSpPr/>
      </dsp:nvSpPr>
      <dsp:spPr>
        <a:xfrm>
          <a:off x="4952255" y="912092"/>
          <a:ext cx="2025922" cy="12864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695CA23-E177-4381-AB45-3B2B61B73137}">
      <dsp:nvSpPr>
        <dsp:cNvPr id="0" name=""/>
        <dsp:cNvSpPr/>
      </dsp:nvSpPr>
      <dsp:spPr>
        <a:xfrm>
          <a:off x="5177358" y="1125940"/>
          <a:ext cx="2025922" cy="12864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Uklanjanje stop-reči</a:t>
          </a:r>
        </a:p>
      </dsp:txBody>
      <dsp:txXfrm>
        <a:off x="5215037" y="1163619"/>
        <a:ext cx="1950564" cy="12111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548523-BB4C-4316-A7B3-A30484468A04}">
      <dsp:nvSpPr>
        <dsp:cNvPr id="0" name=""/>
        <dsp:cNvSpPr/>
      </dsp:nvSpPr>
      <dsp:spPr>
        <a:xfrm>
          <a:off x="0" y="2082627"/>
          <a:ext cx="6571343" cy="13664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1400" kern="1200"/>
            <a:t>LSTM uvodi ćelijsko stanje ct koje omogućava dugoročno pamćenje informacija, dok se protok informacija kontroliše pomoću gate mehanizama. LSTM koristi sledeće gate-ove: </a:t>
          </a:r>
          <a:endParaRPr lang="en-US" sz="1400" kern="1200"/>
        </a:p>
      </dsp:txBody>
      <dsp:txXfrm>
        <a:off x="0" y="2082627"/>
        <a:ext cx="6571343" cy="737871"/>
      </dsp:txXfrm>
    </dsp:sp>
    <dsp:sp modelId="{E5FE4BB8-37E0-43B8-91D0-868EA80D8075}">
      <dsp:nvSpPr>
        <dsp:cNvPr id="0" name=""/>
        <dsp:cNvSpPr/>
      </dsp:nvSpPr>
      <dsp:spPr>
        <a:xfrm>
          <a:off x="0" y="2793170"/>
          <a:ext cx="1642835" cy="62855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26670" rIns="149352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2100" kern="1200"/>
            <a:t>• Forget gate  </a:t>
          </a:r>
          <a:endParaRPr lang="en-US" sz="2100" kern="1200"/>
        </a:p>
      </dsp:txBody>
      <dsp:txXfrm>
        <a:off x="0" y="2793170"/>
        <a:ext cx="1642835" cy="628557"/>
      </dsp:txXfrm>
    </dsp:sp>
    <dsp:sp modelId="{9E3F9566-57A3-439F-9930-7D5A60081F79}">
      <dsp:nvSpPr>
        <dsp:cNvPr id="0" name=""/>
        <dsp:cNvSpPr/>
      </dsp:nvSpPr>
      <dsp:spPr>
        <a:xfrm>
          <a:off x="1642835" y="2793170"/>
          <a:ext cx="1642835" cy="62855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26670" rIns="149352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2100" kern="1200"/>
            <a:t>• Input gate  </a:t>
          </a:r>
          <a:endParaRPr lang="en-US" sz="2100" kern="1200"/>
        </a:p>
      </dsp:txBody>
      <dsp:txXfrm>
        <a:off x="1642835" y="2793170"/>
        <a:ext cx="1642835" cy="628557"/>
      </dsp:txXfrm>
    </dsp:sp>
    <dsp:sp modelId="{D327C76E-D549-43BC-86B2-05F7F9DA4115}">
      <dsp:nvSpPr>
        <dsp:cNvPr id="0" name=""/>
        <dsp:cNvSpPr/>
      </dsp:nvSpPr>
      <dsp:spPr>
        <a:xfrm>
          <a:off x="3285671" y="2793170"/>
          <a:ext cx="1642835" cy="62855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26670" rIns="149352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2100" kern="1200"/>
            <a:t>• Candidate state</a:t>
          </a:r>
          <a:endParaRPr lang="en-US" sz="2100" kern="1200"/>
        </a:p>
      </dsp:txBody>
      <dsp:txXfrm>
        <a:off x="3285671" y="2793170"/>
        <a:ext cx="1642835" cy="628557"/>
      </dsp:txXfrm>
    </dsp:sp>
    <dsp:sp modelId="{4BDA57F5-DA67-4FE3-8C42-D8B01BFE68D3}">
      <dsp:nvSpPr>
        <dsp:cNvPr id="0" name=""/>
        <dsp:cNvSpPr/>
      </dsp:nvSpPr>
      <dsp:spPr>
        <a:xfrm>
          <a:off x="4928507" y="2793170"/>
          <a:ext cx="1642835" cy="62855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26670" rIns="149352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2100" kern="1200"/>
            <a:t>• Output gate</a:t>
          </a:r>
          <a:endParaRPr lang="en-US" sz="2100" kern="1200"/>
        </a:p>
      </dsp:txBody>
      <dsp:txXfrm>
        <a:off x="4928507" y="2793170"/>
        <a:ext cx="1642835" cy="628557"/>
      </dsp:txXfrm>
    </dsp:sp>
    <dsp:sp modelId="{F47D6D1D-9F45-408B-B12D-94681E0F6516}">
      <dsp:nvSpPr>
        <dsp:cNvPr id="0" name=""/>
        <dsp:cNvSpPr/>
      </dsp:nvSpPr>
      <dsp:spPr>
        <a:xfrm rot="10800000">
          <a:off x="0" y="1555"/>
          <a:ext cx="6571343" cy="2101568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Rekurentna neuronska mreža sa mehanizmom memorije</a:t>
          </a:r>
        </a:p>
      </dsp:txBody>
      <dsp:txXfrm rot="10800000">
        <a:off x="0" y="1555"/>
        <a:ext cx="6571343" cy="136553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F2FFAD-CC68-4CA8-9121-5C18DB472F25}">
      <dsp:nvSpPr>
        <dsp:cNvPr id="0" name=""/>
        <dsp:cNvSpPr/>
      </dsp:nvSpPr>
      <dsp:spPr>
        <a:xfrm>
          <a:off x="0" y="2597459"/>
          <a:ext cx="6571343" cy="8525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1500" kern="1200"/>
            <a:t>GRU nema posebno ćelijsko stanje ct , već koristi skriveno stanje ht i dva gate-a: </a:t>
          </a:r>
          <a:endParaRPr lang="en-US" sz="1500" kern="1200"/>
        </a:p>
      </dsp:txBody>
      <dsp:txXfrm>
        <a:off x="0" y="2597459"/>
        <a:ext cx="6571343" cy="460373"/>
      </dsp:txXfrm>
    </dsp:sp>
    <dsp:sp modelId="{8C7B4E48-1348-4686-84AC-77785E1283E9}">
      <dsp:nvSpPr>
        <dsp:cNvPr id="0" name=""/>
        <dsp:cNvSpPr/>
      </dsp:nvSpPr>
      <dsp:spPr>
        <a:xfrm>
          <a:off x="0" y="3040781"/>
          <a:ext cx="3285671" cy="39217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2400" kern="1200"/>
            <a:t>• Update gate </a:t>
          </a:r>
          <a:endParaRPr lang="en-US" sz="2400" kern="1200"/>
        </a:p>
      </dsp:txBody>
      <dsp:txXfrm>
        <a:off x="0" y="3040781"/>
        <a:ext cx="3285671" cy="392170"/>
      </dsp:txXfrm>
    </dsp:sp>
    <dsp:sp modelId="{9500CF08-243A-4382-8DF7-744C289515F3}">
      <dsp:nvSpPr>
        <dsp:cNvPr id="0" name=""/>
        <dsp:cNvSpPr/>
      </dsp:nvSpPr>
      <dsp:spPr>
        <a:xfrm>
          <a:off x="3285671" y="3040781"/>
          <a:ext cx="3285671" cy="39217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2400" kern="1200"/>
            <a:t>• Reset gate</a:t>
          </a:r>
          <a:endParaRPr lang="en-US" sz="2400" kern="1200"/>
        </a:p>
      </dsp:txBody>
      <dsp:txXfrm>
        <a:off x="3285671" y="3040781"/>
        <a:ext cx="3285671" cy="392170"/>
      </dsp:txXfrm>
    </dsp:sp>
    <dsp:sp modelId="{BD21BD21-D575-42D9-BF9D-410B894F8CD7}">
      <dsp:nvSpPr>
        <dsp:cNvPr id="0" name=""/>
        <dsp:cNvSpPr/>
      </dsp:nvSpPr>
      <dsp:spPr>
        <a:xfrm rot="10800000">
          <a:off x="0" y="1299034"/>
          <a:ext cx="6571343" cy="131121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Latn-RS" sz="1500" kern="1200"/>
            <a:t>Zbog manje složenosti, GRU se često trenira brže od LSTM-a, dok performanse mogu biti slične</a:t>
          </a:r>
          <a:endParaRPr lang="en-US" sz="1500" kern="1200"/>
        </a:p>
      </dsp:txBody>
      <dsp:txXfrm rot="10800000">
        <a:off x="0" y="1299034"/>
        <a:ext cx="6571343" cy="851986"/>
      </dsp:txXfrm>
    </dsp:sp>
    <dsp:sp modelId="{E9365E79-6C03-4146-B898-A8A68840C71B}">
      <dsp:nvSpPr>
        <dsp:cNvPr id="0" name=""/>
        <dsp:cNvSpPr/>
      </dsp:nvSpPr>
      <dsp:spPr>
        <a:xfrm rot="10800000">
          <a:off x="0" y="609"/>
          <a:ext cx="6571343" cy="131121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Pojednostavljena varijanta LSTM-a</a:t>
          </a:r>
        </a:p>
      </dsp:txBody>
      <dsp:txXfrm rot="10800000">
        <a:off x="0" y="609"/>
        <a:ext cx="6571343" cy="8519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247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247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8663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274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873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19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91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509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9284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20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445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588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jpg"/><Relationship Id="rId7" Type="http://schemas.openxmlformats.org/officeDocument/2006/relationships/diagramColors" Target="../diagrams/colors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75820" y="1058780"/>
            <a:ext cx="5339530" cy="3092116"/>
          </a:xfrm>
        </p:spPr>
        <p:txBody>
          <a:bodyPr anchor="ctr">
            <a:normAutofit/>
          </a:bodyPr>
          <a:lstStyle/>
          <a:p>
            <a:pPr algn="l"/>
            <a:r>
              <a:rPr lang="sr-Latn-RS" sz="4500"/>
              <a:t>SentimentALNA analiza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5041616"/>
            <a:ext cx="2836444" cy="1246472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sr-Latn-RS" sz="1500"/>
              <a:t>Ana Arsić, Tamara Šaponjić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</a:t>
            </a:r>
            <a:r>
              <a:rPr lang="sr-Latn-RS"/>
              <a:t>ALNA</a:t>
            </a:r>
            <a:r>
              <a:t> analiza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7E076C-FE70-5F50-1428-7CFC68C354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4022102"/>
              </p:ext>
            </p:extLst>
          </p:nvPr>
        </p:nvGraphicFramePr>
        <p:xfrm>
          <a:off x="1443491" y="2015733"/>
          <a:ext cx="6571343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7157C7B-5BD6-404A-9073-673C1198E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4BC347-8964-476D-89D3-92BAE6D56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528BB2E-BE2B-416D-A6B3-28D657424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4183161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5" y="2082800"/>
            <a:ext cx="2454071" cy="2085578"/>
          </a:xfrm>
        </p:spPr>
        <p:txBody>
          <a:bodyPr anchor="b">
            <a:normAutofit/>
          </a:bodyPr>
          <a:lstStyle/>
          <a:p>
            <a:r>
              <a:rPr lang="sr-Latn-RS"/>
              <a:t>Dataset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445C15-CED6-D306-AF4D-C2583535C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352" y="3670091"/>
            <a:ext cx="4111911" cy="179625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970D13F-8358-42A9-9237-91B5B4DDA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BFB317-A03A-48CB-B03E-4504961FA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60D0246-D8D1-F07E-5FD2-602D76BA69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5299664"/>
              </p:ext>
            </p:extLst>
          </p:nvPr>
        </p:nvGraphicFramePr>
        <p:xfrm>
          <a:off x="3780167" y="798974"/>
          <a:ext cx="4510973" cy="25440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Pre</a:t>
            </a:r>
            <a:r>
              <a:rPr lang="sr-Latn-RS"/>
              <a:t>TPROCESIRANJE</a:t>
            </a:r>
            <a:r>
              <a:t> podataka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1D6D94-84AE-341D-0B2D-D84409CE6C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9895631"/>
              </p:ext>
            </p:extLst>
          </p:nvPr>
        </p:nvGraphicFramePr>
        <p:xfrm>
          <a:off x="1088231" y="2340435"/>
          <a:ext cx="7203281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t>Naive Bayes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4866EE-A437-9AF5-BE5A-64B6D5232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82" y="2717552"/>
            <a:ext cx="4623179" cy="188394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9224" y="2015734"/>
            <a:ext cx="3121916" cy="3450613"/>
          </a:xfrm>
        </p:spPr>
        <p:txBody>
          <a:bodyPr>
            <a:normAutofit fontScale="85000" lnSpcReduction="10000"/>
          </a:bodyPr>
          <a:lstStyle/>
          <a:p>
            <a:r>
              <a:t>Probabilistički klasifikator zasnovan na Bajesovoj teoremi</a:t>
            </a:r>
          </a:p>
          <a:p>
            <a:r>
              <a:t>Koristi TF-IDF reprezentaciju teksta</a:t>
            </a:r>
            <a:endParaRPr lang="sr-Latn-RS"/>
          </a:p>
          <a:p>
            <a:r>
              <a:rPr lang="sr-Latn-RS"/>
              <a:t>Prednosti NB modela su brzina treniranja i mala memorijska zahtevnost, dok je mana ograničena sposobnost hvatanja složenih jezičkih obrazaca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Vector Machine (SVM)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/>
              <a:t>Geometrijsko razdvajanje</a:t>
            </a:r>
            <a:r>
              <a:rPr lang="sr-Latn-RS" b="1"/>
              <a:t>:</a:t>
            </a:r>
            <a:r>
              <a:rPr lang="sr-Latn-RS"/>
              <a:t> SVM traži optimalnu granicu (hiperravan) koja fizički razdvaja podatke različitih klasa u prostoru</a:t>
            </a:r>
          </a:p>
          <a:p>
            <a:r>
              <a:rPr lang="sr-Latn-RS"/>
              <a:t>Izuzetno je efikasan kod podataka sa mnogo karakteristika, poput onih dobijenih putem TF-IDF metode</a:t>
            </a:r>
          </a:p>
          <a:p>
            <a:r>
              <a:rPr lang="sr-Latn-RS"/>
              <a:t>Prednost je visok kvalitet klasifikacije i dobra generalizacija, dok je mana to što treniranje može biti sporije na velikim skupovima podataka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5AA32-757E-AA2D-684D-88B77BC16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2149" y="1045930"/>
            <a:ext cx="3125766" cy="801943"/>
          </a:xfrm>
        </p:spPr>
        <p:txBody>
          <a:bodyPr/>
          <a:lstStyle/>
          <a:p>
            <a:r>
              <a:rPr lang="sr-Latn-RS"/>
              <a:t>NB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B6B9DB-952B-B72C-7110-59C07E73F4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9135" y="1071293"/>
            <a:ext cx="3125652" cy="802237"/>
          </a:xfrm>
        </p:spPr>
        <p:txBody>
          <a:bodyPr/>
          <a:lstStyle/>
          <a:p>
            <a:r>
              <a:rPr lang="sr-Latn-RS"/>
              <a:t>SVM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748EE581-40CB-AA73-7E22-47A918F1B4B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612972" y="2011183"/>
            <a:ext cx="4439455" cy="353756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05EB06-5540-5492-F482-F22A43055BF9}"/>
              </a:ext>
            </a:extLst>
          </p:cNvPr>
          <p:cNvSpPr txBox="1"/>
          <p:nvPr/>
        </p:nvSpPr>
        <p:spPr>
          <a:xfrm>
            <a:off x="3006374" y="388996"/>
            <a:ext cx="4365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4400"/>
              <a:t> NB vs SVM 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623E125F-3D0B-FEBD-D400-0C4D800157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1572" y="2011182"/>
            <a:ext cx="4372190" cy="3537568"/>
          </a:xfrm>
        </p:spPr>
      </p:pic>
    </p:spTree>
    <p:extLst>
      <p:ext uri="{BB962C8B-B14F-4D97-AF65-F5344CB8AC3E}">
        <p14:creationId xmlns:p14="http://schemas.microsoft.com/office/powerpoint/2010/main" val="3738611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LSTM (Long Short-Term Memory)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438065-6248-6E66-9AF1-420FA68F7C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2981304"/>
              </p:ext>
            </p:extLst>
          </p:nvPr>
        </p:nvGraphicFramePr>
        <p:xfrm>
          <a:off x="1443491" y="2015733"/>
          <a:ext cx="6571343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GRU (Gated Recurrent Unit)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AA273E-10CF-4EAB-36FB-27E0F5C877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43491" y="2015733"/>
          <a:ext cx="6571343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08BD1-0F49-96B7-1479-F7D826B66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3491" y="988301"/>
            <a:ext cx="3125766" cy="801943"/>
          </a:xfrm>
        </p:spPr>
        <p:txBody>
          <a:bodyPr/>
          <a:lstStyle/>
          <a:p>
            <a:r>
              <a:rPr lang="sr-Latn-RS"/>
              <a:t>LSTM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0462F89-E722-94CD-87F3-682BFF4266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87907" y="2202427"/>
            <a:ext cx="4002664" cy="3189512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D2A555-094D-7214-9203-E1486B8FCC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89182" y="998019"/>
            <a:ext cx="3125652" cy="802237"/>
          </a:xfrm>
        </p:spPr>
        <p:txBody>
          <a:bodyPr/>
          <a:lstStyle/>
          <a:p>
            <a:r>
              <a:rPr lang="sr-Latn-RS"/>
              <a:t>GRU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A799DBA-0701-10EC-EDF4-95E3DC4C2B9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828533" y="2202425"/>
            <a:ext cx="3942015" cy="318951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A11BEE-2B3E-662F-89EF-03F380D62C29}"/>
              </a:ext>
            </a:extLst>
          </p:cNvPr>
          <p:cNvSpPr txBox="1"/>
          <p:nvPr/>
        </p:nvSpPr>
        <p:spPr>
          <a:xfrm>
            <a:off x="2389239" y="393291"/>
            <a:ext cx="6263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4000"/>
              <a:t>LSTM vs GRU (128, 0.4)</a:t>
            </a:r>
          </a:p>
        </p:txBody>
      </p:sp>
    </p:spTree>
    <p:extLst>
      <p:ext uri="{BB962C8B-B14F-4D97-AF65-F5344CB8AC3E}">
        <p14:creationId xmlns:p14="http://schemas.microsoft.com/office/powerpoint/2010/main" val="3579254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sr-Latn-RS"/>
              <a:t>Rezultati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1853754"/>
            <a:ext cx="6462490" cy="3450613"/>
          </a:xfrm>
        </p:spPr>
        <p:txBody>
          <a:bodyPr>
            <a:normAutofit/>
          </a:bodyPr>
          <a:lstStyle/>
          <a:p>
            <a:r>
              <a:rPr lang="pl-PL"/>
              <a:t>NB i SVM daju solidne bazne rezultate</a:t>
            </a:r>
          </a:p>
          <a:p>
            <a:r>
              <a:rPr lang="sr-Latn-RS"/>
              <a:t>LSTM i GRU ostvaruju bolje performanse</a:t>
            </a:r>
          </a:p>
          <a:p>
            <a:r>
              <a:rPr lang="sr-Latn-RS"/>
              <a:t>Najbolji model: GRU (64 jedinice, dropout = 0.2)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E66AEF-D3F1-5AF3-E7EA-CFB26EC99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466" y="3572114"/>
            <a:ext cx="5949708" cy="27814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9E5E629-7060-41F9-8B50-02B2E85F7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091" y="1268898"/>
            <a:ext cx="2581384" cy="4361688"/>
          </a:xfrm>
        </p:spPr>
        <p:txBody>
          <a:bodyPr anchor="ctr">
            <a:normAutofit/>
          </a:bodyPr>
          <a:lstStyle/>
          <a:p>
            <a:r>
              <a:rPr lang="sr-Latn-RS"/>
              <a:t>Zaključak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0A74D93-ED7F-4633-8594-99D9FA43D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52253" y="676656"/>
            <a:ext cx="5209146" cy="5546173"/>
            <a:chOff x="4603005" y="1286439"/>
            <a:chExt cx="6292376" cy="428948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8493448-FE74-4227-AC61-AF38A22278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03005" y="1286439"/>
              <a:ext cx="6292376" cy="428948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BDA5412-7A0F-451B-86FE-5B4B38E05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02049" y="1490915"/>
              <a:ext cx="5894288" cy="3880536"/>
            </a:xfrm>
            <a:prstGeom prst="rect">
              <a:avLst/>
            </a:prstGeom>
            <a:solidFill>
              <a:schemeClr val="bg1">
                <a:alpha val="98000"/>
              </a:schemeClr>
            </a:soli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1598E19-BACC-4AD6-8E51-F08B186A0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8822" y="1104306"/>
            <a:ext cx="4636008" cy="4690872"/>
          </a:xfrm>
          <a:prstGeom prst="rect">
            <a:avLst/>
          </a:prstGeom>
          <a:solidFill>
            <a:schemeClr val="tx2"/>
          </a:solidFill>
          <a:ln w="6350">
            <a:solidFill>
              <a:schemeClr val="bg2"/>
            </a:solidFill>
          </a:ln>
          <a:effectLst>
            <a:innerShdw blurRad="114300">
              <a:prstClr val="black">
                <a:alpha val="78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2266" y="1268898"/>
            <a:ext cx="4389120" cy="4361688"/>
          </a:xfrm>
        </p:spPr>
        <p:txBody>
          <a:bodyPr anchor="ctr">
            <a:normAutofit/>
          </a:bodyPr>
          <a:lstStyle/>
          <a:p>
            <a:r>
              <a:rPr lang="sr-Latn-RS">
                <a:solidFill>
                  <a:schemeClr val="bg1"/>
                </a:solidFill>
              </a:rPr>
              <a:t>Neuronski modeli nadmašuju klasične pristupe</a:t>
            </a:r>
          </a:p>
          <a:p>
            <a:r>
              <a:rPr lang="sr-Latn-RS">
                <a:solidFill>
                  <a:schemeClr val="bg1"/>
                </a:solidFill>
              </a:rPr>
              <a:t>GRU se pokazao kao najstabilniji model</a:t>
            </a:r>
          </a:p>
          <a:p>
            <a:r>
              <a:rPr lang="sr-Latn-RS">
                <a:solidFill>
                  <a:schemeClr val="bg1"/>
                </a:solidFill>
              </a:rPr>
              <a:t>Na osnovu dobijenih rezultata može se zaključiti da izbor arhitekture i hiperparametara ima ključnu ulogu u kvalitetu klasifikacije, kao i da jednostavniji modeli mogu nadmašiti složenije u zavisnosti od prirode podataka.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r-Latn-R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3335" y="3528542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EC4A490-3310-4798-850D-30C8DB8D1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43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92B721-D2EC-4A85-A67A-96767C3ED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0FFA78-985C-4F50-B21A-77045C7DF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4850" y="2523579"/>
            <a:ext cx="6329150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9133" y="2695118"/>
            <a:ext cx="5124375" cy="1432743"/>
          </a:xfrm>
        </p:spPr>
        <p:txBody>
          <a:bodyPr vert="horz" lIns="91440" tIns="45720" rIns="91440" bIns="0" rtlCol="0" anchor="b">
            <a:normAutofit/>
          </a:bodyPr>
          <a:lstStyle/>
          <a:p>
            <a:pPr defTabSz="914400"/>
            <a:r>
              <a:rPr lang="en-US" sz="3800">
                <a:solidFill>
                  <a:srgbClr val="FFFFFE"/>
                </a:solidFill>
              </a:rPr>
              <a:t>Hvala na pažnji!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5409EC7-69B1-45CC-8FB7-1964C1AB6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49131" y="4210031"/>
            <a:ext cx="512437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095A6DC3-387B-4D0B-A44D-E83246EFD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38</TotalTime>
  <Words>335</Words>
  <Application>Microsoft Office PowerPoint</Application>
  <PresentationFormat>On-screen Show (4:3)</PresentationFormat>
  <Paragraphs>50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Gallery</vt:lpstr>
      <vt:lpstr>SentimentALNA analiza</vt:lpstr>
      <vt:lpstr>SentimentALNA analiza</vt:lpstr>
      <vt:lpstr>Dataset</vt:lpstr>
      <vt:lpstr>PreTPROCESIRANJE podataka</vt:lpstr>
      <vt:lpstr>Naive Bayes</vt:lpstr>
      <vt:lpstr>Support Vector Machine (SVM)</vt:lpstr>
      <vt:lpstr>PowerPoint Presentation</vt:lpstr>
      <vt:lpstr>LSTM (Long Short-Term Memory)</vt:lpstr>
      <vt:lpstr>GRU (Gated Recurrent Unit)</vt:lpstr>
      <vt:lpstr>PowerPoint Presentation</vt:lpstr>
      <vt:lpstr>Rezultati</vt:lpstr>
      <vt:lpstr>Zaključak</vt:lpstr>
      <vt:lpstr>Hvala na pažnji!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Ana</dc:creator>
  <cp:keywords/>
  <dc:description>generated using python-pptx</dc:description>
  <cp:lastModifiedBy>Ana Arsić</cp:lastModifiedBy>
  <cp:revision>2</cp:revision>
  <dcterms:created xsi:type="dcterms:W3CDTF">2013-01-27T09:14:16Z</dcterms:created>
  <dcterms:modified xsi:type="dcterms:W3CDTF">2026-02-08T18:04:50Z</dcterms:modified>
  <cp:category/>
</cp:coreProperties>
</file>